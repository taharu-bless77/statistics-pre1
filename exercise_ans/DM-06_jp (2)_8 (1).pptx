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37" r:id="rId1"/>
  </p:sldMasterIdLst>
  <p:notesMasterIdLst>
    <p:notesMasterId r:id="rId10"/>
  </p:notesMasterIdLst>
  <p:handoutMasterIdLst>
    <p:handoutMasterId r:id="rId11"/>
  </p:handoutMasterIdLst>
  <p:sldIdLst>
    <p:sldId id="6042" r:id="rId2"/>
    <p:sldId id="6044" r:id="rId3"/>
    <p:sldId id="6043" r:id="rId4"/>
    <p:sldId id="6045" r:id="rId5"/>
    <p:sldId id="6046" r:id="rId6"/>
    <p:sldId id="6047" r:id="rId7"/>
    <p:sldId id="6048" r:id="rId8"/>
    <p:sldId id="6049" r:id="rId9"/>
  </p:sldIdLst>
  <p:sldSz cx="17376775" cy="9774238"/>
  <p:notesSz cx="6735763" cy="9866313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ＤＦＧ平成ゴシック体W7" pitchFamily="50" charset="-128"/>
        <a:ea typeface="ＤＦＧ平成ゴシック体W7" pitchFamily="50" charset="-128"/>
        <a:cs typeface="+mn-cs"/>
      </a:defRPr>
    </a:lvl1pPr>
    <a:lvl2pPr marL="456724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ＤＦＧ平成ゴシック体W7" pitchFamily="50" charset="-128"/>
        <a:ea typeface="ＤＦＧ平成ゴシック体W7" pitchFamily="50" charset="-128"/>
        <a:cs typeface="+mn-cs"/>
      </a:defRPr>
    </a:lvl2pPr>
    <a:lvl3pPr marL="913451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ＤＦＧ平成ゴシック体W7" pitchFamily="50" charset="-128"/>
        <a:ea typeface="ＤＦＧ平成ゴシック体W7" pitchFamily="50" charset="-128"/>
        <a:cs typeface="+mn-cs"/>
      </a:defRPr>
    </a:lvl3pPr>
    <a:lvl4pPr marL="1370173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ＤＦＧ平成ゴシック体W7" pitchFamily="50" charset="-128"/>
        <a:ea typeface="ＤＦＧ平成ゴシック体W7" pitchFamily="50" charset="-128"/>
        <a:cs typeface="+mn-cs"/>
      </a:defRPr>
    </a:lvl4pPr>
    <a:lvl5pPr marL="1826903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ＤＦＧ平成ゴシック体W7" pitchFamily="50" charset="-128"/>
        <a:ea typeface="ＤＦＧ平成ゴシック体W7" pitchFamily="50" charset="-128"/>
        <a:cs typeface="+mn-cs"/>
      </a:defRPr>
    </a:lvl5pPr>
    <a:lvl6pPr marL="2283625" algn="l" defTabSz="913451" rtl="0" eaLnBrk="1" latinLnBrk="0" hangingPunct="1">
      <a:defRPr kumimoji="1" sz="2400" kern="1200">
        <a:solidFill>
          <a:schemeClr val="tx1"/>
        </a:solidFill>
        <a:latin typeface="ＤＦＧ平成ゴシック体W7" pitchFamily="50" charset="-128"/>
        <a:ea typeface="ＤＦＧ平成ゴシック体W7" pitchFamily="50" charset="-128"/>
        <a:cs typeface="+mn-cs"/>
      </a:defRPr>
    </a:lvl6pPr>
    <a:lvl7pPr marL="2740353" algn="l" defTabSz="913451" rtl="0" eaLnBrk="1" latinLnBrk="0" hangingPunct="1">
      <a:defRPr kumimoji="1" sz="2400" kern="1200">
        <a:solidFill>
          <a:schemeClr val="tx1"/>
        </a:solidFill>
        <a:latin typeface="ＤＦＧ平成ゴシック体W7" pitchFamily="50" charset="-128"/>
        <a:ea typeface="ＤＦＧ平成ゴシック体W7" pitchFamily="50" charset="-128"/>
        <a:cs typeface="+mn-cs"/>
      </a:defRPr>
    </a:lvl7pPr>
    <a:lvl8pPr marL="3197077" algn="l" defTabSz="913451" rtl="0" eaLnBrk="1" latinLnBrk="0" hangingPunct="1">
      <a:defRPr kumimoji="1" sz="2400" kern="1200">
        <a:solidFill>
          <a:schemeClr val="tx1"/>
        </a:solidFill>
        <a:latin typeface="ＤＦＧ平成ゴシック体W7" pitchFamily="50" charset="-128"/>
        <a:ea typeface="ＤＦＧ平成ゴシック体W7" pitchFamily="50" charset="-128"/>
        <a:cs typeface="+mn-cs"/>
      </a:defRPr>
    </a:lvl8pPr>
    <a:lvl9pPr marL="3653806" algn="l" defTabSz="913451" rtl="0" eaLnBrk="1" latinLnBrk="0" hangingPunct="1">
      <a:defRPr kumimoji="1" sz="2400" kern="1200">
        <a:solidFill>
          <a:schemeClr val="tx1"/>
        </a:solidFill>
        <a:latin typeface="ＤＦＧ平成ゴシック体W7" pitchFamily="50" charset="-128"/>
        <a:ea typeface="ＤＦＧ平成ゴシック体W7" pitchFamily="50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" id="{D393100D-263F-4C4A-8B75-9965059AC3B2}">
          <p14:sldIdLst/>
        </p14:section>
        <p14:section name="作業環境の確認" id="{F92C2DB6-EE8D-410B-A555-A2180AB13F1A}">
          <p14:sldIdLst/>
        </p14:section>
        <p14:section name="naive bayes small" id="{5B98D0EF-22C5-47C4-87BC-F49E448A0516}">
          <p14:sldIdLst/>
        </p14:section>
        <p14:section name="naive bayes" id="{709831F8-2FF9-4154-8B17-CAAB60D982FB}">
          <p14:sldIdLst/>
        </p14:section>
        <p14:section name="Mini Quiz 1" id="{3E3A831B-53DC-4B07-A078-81F10D42A44E}">
          <p14:sldIdLst/>
        </p14:section>
        <p14:section name="make csv from text" id="{27AB4628-EEE8-468C-85A9-FEDE3090DDAB}">
          <p14:sldIdLst/>
        </p14:section>
        <p14:section name="livedoor_news" id="{10F97D01-BE80-4845-B6A4-EAE8D5E6F8D7}">
          <p14:sldIdLst/>
        </p14:section>
        <p14:section name="練習問題1" id="{966F7EEF-175A-4C2D-80D5-1197C5E5A16F}">
          <p14:sldIdLst>
            <p14:sldId id="6042"/>
            <p14:sldId id="6044"/>
            <p14:sldId id="6043"/>
            <p14:sldId id="6045"/>
            <p14:sldId id="6046"/>
            <p14:sldId id="6047"/>
            <p14:sldId id="6048"/>
            <p14:sldId id="6049"/>
          </p14:sldIdLst>
        </p14:section>
        <p14:section name="課題1" id="{DC3C3D13-FB82-4BB2-A5CA-8DC6AA48953A}">
          <p14:sldIdLst/>
        </p14:section>
        <p14:section name="課題2" id="{48CD717F-C346-4923-B278-A3F45C0EF2A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283" userDrawn="1">
          <p15:clr>
            <a:srgbClr val="A4A3A4"/>
          </p15:clr>
        </p15:guide>
        <p15:guide id="2" pos="54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 userDrawn="1">
          <p15:clr>
            <a:srgbClr val="A4A3A4"/>
          </p15:clr>
        </p15:guide>
        <p15:guide id="2" pos="3106" userDrawn="1">
          <p15:clr>
            <a:srgbClr val="A4A3A4"/>
          </p15:clr>
        </p15:guide>
        <p15:guide id="3" orient="horz" pos="3108">
          <p15:clr>
            <a:srgbClr val="A4A3A4"/>
          </p15:clr>
        </p15:guide>
        <p15:guide id="4" pos="212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un" initials="J" lastIdx="1" clrIdx="0"/>
  <p:cmAuthor id="1" name="いしかわちあき" initials="い" lastIdx="1" clrIdx="1"/>
  <p:cmAuthor id="2" name="Jun YAMADA" initials="JY" lastIdx="4" clrIdx="2"/>
  <p:cmAuthor id="3" name="shugo" initials="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FFFFFF"/>
    <a:srgbClr val="5FB8E4"/>
    <a:srgbClr val="002060"/>
    <a:srgbClr val="00CCFF"/>
    <a:srgbClr val="41A476"/>
    <a:srgbClr val="99CCFF"/>
    <a:srgbClr val="7F7F7F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930" autoAdjust="0"/>
    <p:restoredTop sz="86667" autoAdjust="0"/>
  </p:normalViewPr>
  <p:slideViewPr>
    <p:cSldViewPr showGuides="1">
      <p:cViewPr varScale="1">
        <p:scale>
          <a:sx n="59" d="100"/>
          <a:sy n="59" d="100"/>
        </p:scale>
        <p:origin x="115" y="43"/>
      </p:cViewPr>
      <p:guideLst>
        <p:guide orient="horz" pos="3283"/>
        <p:guide pos="5473"/>
      </p:guideLst>
    </p:cSldViewPr>
  </p:slideViewPr>
  <p:outlineViewPr>
    <p:cViewPr>
      <p:scale>
        <a:sx n="33" d="100"/>
        <a:sy n="33" d="100"/>
      </p:scale>
      <p:origin x="0" y="-55179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1668" y="32"/>
      </p:cViewPr>
      <p:guideLst>
        <p:guide orient="horz" pos="2122"/>
        <p:guide pos="3106"/>
        <p:guide orient="horz" pos="3108"/>
        <p:guide pos="212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402739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6"/>
            <a:ext cx="2919144" cy="491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4" tIns="47417" rIns="94834" bIns="47417" numCol="1" anchor="t" anchorCtr="0" compatLnSpc="1">
            <a:prstTxWarp prst="textNoShape">
              <a:avLst/>
            </a:prstTxWarp>
          </a:bodyPr>
          <a:lstStyle>
            <a:lvl1pPr defTabSz="948655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5578" y="6"/>
            <a:ext cx="2919144" cy="491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4" tIns="47417" rIns="94834" bIns="47417" numCol="1" anchor="t" anchorCtr="0" compatLnSpc="1">
            <a:prstTxWarp prst="textNoShape">
              <a:avLst/>
            </a:prstTxWarp>
          </a:bodyPr>
          <a:lstStyle>
            <a:lvl1pPr algn="r" defTabSz="948655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925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725" y="741363"/>
            <a:ext cx="6569075" cy="3695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2849" y="4686064"/>
            <a:ext cx="5390073" cy="4438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4" tIns="47417" rIns="94834" bIns="474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9372123"/>
            <a:ext cx="2919144" cy="491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4" tIns="47417" rIns="94834" bIns="47417" numCol="1" anchor="b" anchorCtr="0" compatLnSpc="1">
            <a:prstTxWarp prst="textNoShape">
              <a:avLst/>
            </a:prstTxWarp>
          </a:bodyPr>
          <a:lstStyle>
            <a:lvl1pPr defTabSz="948655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r>
              <a:rPr lang="en-US" altLang="ja-JP"/>
              <a:t>Copyright © 2013 by Ken Sakamura, T-Engine Forum</a:t>
            </a:r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5578" y="9372123"/>
            <a:ext cx="2919144" cy="491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4" tIns="47417" rIns="94834" bIns="47417" numCol="1" anchor="b" anchorCtr="0" compatLnSpc="1">
            <a:prstTxWarp prst="textNoShape">
              <a:avLst/>
            </a:prstTxWarp>
          </a:bodyPr>
          <a:lstStyle>
            <a:lvl1pPr algn="r" defTabSz="948655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18FE81F1-A864-4B73-9B63-723A1D5A68C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4560164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1pPr>
    <a:lvl2pPr marL="456724" algn="l" rtl="0" eaLnBrk="0" fontAlgn="base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2pPr>
    <a:lvl3pPr marL="913451" algn="l" rtl="0" eaLnBrk="0" fontAlgn="base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3pPr>
    <a:lvl4pPr marL="1370173" algn="l" rtl="0" eaLnBrk="0" fontAlgn="base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4pPr>
    <a:lvl5pPr marL="1826903" algn="l" rtl="0" eaLnBrk="0" fontAlgn="base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5pPr>
    <a:lvl6pPr marL="2283625" algn="l" defTabSz="913451" rtl="0" eaLnBrk="1" latinLnBrk="0" hangingPunct="1">
      <a:defRPr kumimoji="1" sz="1100" kern="1200">
        <a:solidFill>
          <a:schemeClr val="tx1"/>
        </a:solidFill>
        <a:latin typeface="+mn-lt"/>
        <a:ea typeface="+mn-ea"/>
        <a:cs typeface="+mn-cs"/>
      </a:defRPr>
    </a:lvl6pPr>
    <a:lvl7pPr marL="2740353" algn="l" defTabSz="913451" rtl="0" eaLnBrk="1" latinLnBrk="0" hangingPunct="1">
      <a:defRPr kumimoji="1" sz="1100" kern="1200">
        <a:solidFill>
          <a:schemeClr val="tx1"/>
        </a:solidFill>
        <a:latin typeface="+mn-lt"/>
        <a:ea typeface="+mn-ea"/>
        <a:cs typeface="+mn-cs"/>
      </a:defRPr>
    </a:lvl7pPr>
    <a:lvl8pPr marL="3197077" algn="l" defTabSz="913451" rtl="0" eaLnBrk="1" latinLnBrk="0" hangingPunct="1">
      <a:defRPr kumimoji="1" sz="1100" kern="1200">
        <a:solidFill>
          <a:schemeClr val="tx1"/>
        </a:solidFill>
        <a:latin typeface="+mn-lt"/>
        <a:ea typeface="+mn-ea"/>
        <a:cs typeface="+mn-cs"/>
      </a:defRPr>
    </a:lvl8pPr>
    <a:lvl9pPr marL="3653806" algn="l" defTabSz="913451" rtl="0" eaLnBrk="1" latinLnBrk="0" hangingPunct="1">
      <a:defRPr kumimoji="1"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403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461800" y="1142703"/>
            <a:ext cx="16461649" cy="4248473"/>
          </a:xfrm>
          <a:effectLst/>
        </p:spPr>
        <p:txBody>
          <a:bodyPr anchor="b" anchorCtr="1">
            <a:normAutofit/>
          </a:bodyPr>
          <a:lstStyle>
            <a:lvl1pPr algn="ctr">
              <a:defRPr sz="12600" spc="-100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10" name="Line 4"/>
          <p:cNvSpPr>
            <a:spLocks noChangeShapeType="1"/>
          </p:cNvSpPr>
          <p:nvPr userDrawn="1"/>
        </p:nvSpPr>
        <p:spPr bwMode="auto">
          <a:xfrm>
            <a:off x="3480442" y="7839447"/>
            <a:ext cx="10424369" cy="0"/>
          </a:xfrm>
          <a:prstGeom prst="line">
            <a:avLst/>
          </a:prstGeom>
          <a:noFill/>
          <a:ln w="76200" cap="sq">
            <a:solidFill>
              <a:srgbClr val="5FB8E4"/>
            </a:solidFill>
            <a:round/>
            <a:headEnd type="oval" w="med" len="med"/>
            <a:tailEnd type="oval" w="med" len="med"/>
          </a:ln>
        </p:spPr>
        <p:txBody>
          <a:bodyPr wrap="none" lIns="91381" tIns="45691" rIns="91381" bIns="45691" anchor="ctr"/>
          <a:lstStyle/>
          <a:p>
            <a:endParaRPr lang="ja-JP" altLang="en-US" sz="2400" dirty="0">
              <a:ln w="3175"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1" name="Line 5"/>
          <p:cNvSpPr>
            <a:spLocks noChangeShapeType="1"/>
          </p:cNvSpPr>
          <p:nvPr userDrawn="1"/>
        </p:nvSpPr>
        <p:spPr bwMode="auto">
          <a:xfrm>
            <a:off x="3480442" y="8559527"/>
            <a:ext cx="10424369" cy="0"/>
          </a:xfrm>
          <a:prstGeom prst="line">
            <a:avLst/>
          </a:prstGeom>
          <a:noFill/>
          <a:ln w="76200" cap="sq">
            <a:solidFill>
              <a:srgbClr val="5FB8E4"/>
            </a:solidFill>
            <a:round/>
            <a:headEnd type="oval" w="med" len="med"/>
            <a:tailEnd type="oval" w="med" len="med"/>
          </a:ln>
        </p:spPr>
        <p:txBody>
          <a:bodyPr wrap="none" lIns="91381" tIns="45691" rIns="91381" bIns="45691" anchor="ctr"/>
          <a:lstStyle/>
          <a:p>
            <a:endParaRPr lang="ja-JP" altLang="en-US" sz="2400" dirty="0">
              <a:ln w="3175"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2" name="Line 12"/>
          <p:cNvSpPr>
            <a:spLocks noChangeShapeType="1"/>
          </p:cNvSpPr>
          <p:nvPr userDrawn="1"/>
        </p:nvSpPr>
        <p:spPr bwMode="auto">
          <a:xfrm>
            <a:off x="3484598" y="7119367"/>
            <a:ext cx="10424369" cy="0"/>
          </a:xfrm>
          <a:prstGeom prst="line">
            <a:avLst/>
          </a:prstGeom>
          <a:noFill/>
          <a:ln w="76200" cap="sq">
            <a:solidFill>
              <a:srgbClr val="5FB8E4"/>
            </a:solidFill>
            <a:round/>
            <a:headEnd type="oval" w="med" len="med"/>
            <a:tailEnd type="oval" w="med" len="med"/>
          </a:ln>
        </p:spPr>
        <p:txBody>
          <a:bodyPr wrap="none" lIns="91381" tIns="45691" rIns="91381" bIns="45691" anchor="ctr"/>
          <a:lstStyle/>
          <a:p>
            <a:endParaRPr lang="ja-JP" altLang="en-US" sz="2400" dirty="0">
              <a:ln w="3175"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278404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452270" y="6543303"/>
            <a:ext cx="16480716" cy="3234296"/>
          </a:xfrm>
          <a:ln algn="ctr"/>
          <a:effectLst/>
        </p:spPr>
        <p:txBody>
          <a:bodyPr anchor="t" anchorCtr="1"/>
          <a:lstStyle>
            <a:lvl1pPr marL="0" indent="0" algn="ctr" fontAlgn="b">
              <a:lnSpc>
                <a:spcPts val="5100"/>
              </a:lnSpc>
              <a:spcBef>
                <a:spcPct val="0"/>
              </a:spcBef>
              <a:buClr>
                <a:srgbClr val="FF7068"/>
              </a:buClr>
              <a:buFont typeface="Times" charset="0"/>
              <a:buNone/>
              <a:defRPr kumimoji="1" lang="ja-JP" altLang="en-US" sz="3600" b="1" spc="-100" baseline="0" dirty="0" smtClean="0">
                <a:solidFill>
                  <a:srgbClr val="002060"/>
                </a:solidFill>
                <a:effectLst/>
                <a:latin typeface="+mj-ea"/>
                <a:ea typeface="+mj-ea"/>
                <a:cs typeface="+mn-cs"/>
              </a:defRPr>
            </a:lvl1pPr>
            <a:lvl2pPr marL="0" indent="0" algn="ctr" fontAlgn="b">
              <a:lnSpc>
                <a:spcPts val="5100"/>
              </a:lnSpc>
              <a:buFontTx/>
              <a:buNone/>
              <a:defRPr kumimoji="1" lang="ja-JP" altLang="en-US" sz="2400" b="0" kern="1200" spc="-1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defRPr>
            </a:lvl2pPr>
            <a:lvl3pPr marL="0" indent="0" algn="ctr">
              <a:buFontTx/>
              <a:buNone/>
              <a:defRPr/>
            </a:lvl3pPr>
          </a:lstStyle>
          <a:p>
            <a:pPr marL="0" lvl="0" indent="0" algn="ctr" defTabSz="797041" rtl="0" eaLnBrk="1" fontAlgn="b" hangingPunct="1">
              <a:lnSpc>
                <a:spcPts val="5597"/>
              </a:lnSpc>
              <a:spcBef>
                <a:spcPct val="0"/>
              </a:spcBef>
              <a:spcAft>
                <a:spcPct val="0"/>
              </a:spcAft>
              <a:buClr>
                <a:srgbClr val="FF7068"/>
              </a:buClr>
              <a:buFont typeface="Times" charset="0"/>
              <a:buNone/>
            </a:pPr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</p:txBody>
      </p:sp>
      <p:sp>
        <p:nvSpPr>
          <p:cNvPr id="7" name="フッター プレースホルダー 1"/>
          <p:cNvSpPr>
            <a:spLocks noGrp="1"/>
          </p:cNvSpPr>
          <p:nvPr>
            <p:ph type="ftr" sz="quarter" idx="3"/>
          </p:nvPr>
        </p:nvSpPr>
        <p:spPr>
          <a:xfrm>
            <a:off x="401724" y="9279607"/>
            <a:ext cx="16502080" cy="468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67" tIns="45683" rIns="91367" bIns="45683" numCol="1" anchor="b" anchorCtr="0" compatLnSpc="1">
            <a:prstTxWarp prst="textNoShape">
              <a:avLst/>
            </a:prstTxWarp>
          </a:bodyPr>
          <a:lstStyle>
            <a:lvl1pPr algn="ctr">
              <a:defRPr lang="ja-JP" altLang="en-US" sz="1400" b="1" dirty="0">
                <a:solidFill>
                  <a:schemeClr val="bg1">
                    <a:lumMod val="75000"/>
                  </a:schemeClr>
                </a:solidFill>
                <a:latin typeface="Arial Black" pitchFamily="34" charset="0"/>
              </a:defRPr>
            </a:lvl1pPr>
          </a:lstStyle>
          <a:p>
            <a:r>
              <a:rPr lang="en-US" altLang="ja-JP" dirty="0"/>
              <a:t>Copyright © by INIAD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58617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376891" y="1538746"/>
            <a:ext cx="16556097" cy="6228693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  <a:normAutofit/>
          </a:bodyPr>
          <a:lstStyle>
            <a:lvl1pPr marL="541338" indent="-541338">
              <a:defRPr lang="ja-JP" altLang="en-US" dirty="0" smtClean="0"/>
            </a:lvl1pPr>
            <a:lvl2pPr marL="1339850" indent="-627063">
              <a:defRPr lang="ja-JP" altLang="en-US" sz="4000" dirty="0" smtClean="0">
                <a:latin typeface="+mn-ea"/>
                <a:ea typeface="+mn-ea"/>
              </a:defRPr>
            </a:lvl2pPr>
            <a:lvl3pPr marL="1604020" indent="-457200">
              <a:defRPr kumimoji="1" lang="ja-JP" altLang="en-US" sz="2800" dirty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lang="ja-JP" altLang="en-US" dirty="0" smtClean="0">
                <a:latin typeface="+mn-ea"/>
                <a:ea typeface="+mn-ea"/>
              </a:defRPr>
            </a:lvl4pPr>
            <a:lvl5pPr>
              <a:defRPr lang="ja-JP" altLang="en-US" dirty="0">
                <a:latin typeface="+mn-ea"/>
                <a:ea typeface="+mn-ea"/>
              </a:defRPr>
            </a:lvl5pPr>
          </a:lstStyle>
          <a:p>
            <a:pPr lvl="0"/>
            <a:r>
              <a:rPr lang="ja-JP" altLang="en-US" dirty="0"/>
              <a:t>マスタ テキストの書式設定</a:t>
            </a:r>
          </a:p>
          <a:p>
            <a:pPr marL="1075445" lvl="1" indent="-363239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marL="1433925" lvl="2" indent="-287105" algn="l" defTabSz="1137053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itchFamily="34" charset="0"/>
              <a:buChar char="•"/>
            </a:pPr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marL="1437098"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 indent="3175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7" name="フッター プレースホルダー 1"/>
          <p:cNvSpPr>
            <a:spLocks noGrp="1"/>
          </p:cNvSpPr>
          <p:nvPr>
            <p:ph type="ftr" sz="quarter" idx="3"/>
          </p:nvPr>
        </p:nvSpPr>
        <p:spPr>
          <a:xfrm>
            <a:off x="401724" y="9279607"/>
            <a:ext cx="16502080" cy="468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67" tIns="45683" rIns="91367" bIns="45683" numCol="1" anchor="b" anchorCtr="0" compatLnSpc="1">
            <a:prstTxWarp prst="textNoShape">
              <a:avLst/>
            </a:prstTxWarp>
          </a:bodyPr>
          <a:lstStyle>
            <a:lvl1pPr algn="ctr">
              <a:defRPr lang="ja-JP" altLang="en-US" sz="1400" b="1" dirty="0">
                <a:solidFill>
                  <a:schemeClr val="bg1">
                    <a:lumMod val="75000"/>
                  </a:schemeClr>
                </a:solidFill>
                <a:latin typeface="Arial Black" pitchFamily="34" charset="0"/>
              </a:defRPr>
            </a:lvl1pPr>
          </a:lstStyle>
          <a:p>
            <a:r>
              <a:rPr lang="en-US" altLang="ja-JP" dirty="0"/>
              <a:t>Copyright © by INIAD</a:t>
            </a:r>
            <a:endParaRPr lang="en-US" altLang="en-US" dirty="0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6039036" y="9290462"/>
            <a:ext cx="955094" cy="457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67" tIns="45683" rIns="91367" bIns="45683" numCol="1" anchor="b" anchorCtr="0" compatLnSpc="1">
            <a:prstTxWarp prst="textNoShape">
              <a:avLst/>
            </a:prstTxWarp>
          </a:bodyPr>
          <a:lstStyle>
            <a:lvl1pPr algn="r">
              <a:defRPr sz="1400" b="1">
                <a:solidFill>
                  <a:schemeClr val="bg1">
                    <a:lumMod val="75000"/>
                  </a:schemeClr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fld id="{E62AD30C-4FD0-4E41-9633-AA73C86D07D0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6551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丸数字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2355891" y="5351608"/>
            <a:ext cx="1457499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91345" tIns="45672" rIns="91345" bIns="45672"/>
          <a:lstStyle/>
          <a:p>
            <a:pPr>
              <a:defRPr/>
            </a:pPr>
            <a:endParaRPr lang="ja-JP" altLang="en-US" sz="180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dirty="0"/>
              <a:t>Copyright © by INIAD</a:t>
            </a:r>
            <a:endParaRPr lang="en-US" dirty="0"/>
          </a:p>
        </p:txBody>
      </p:sp>
      <p:sp>
        <p:nvSpPr>
          <p:cNvPr id="10" name="タイトル 1"/>
          <p:cNvSpPr>
            <a:spLocks noGrp="1"/>
          </p:cNvSpPr>
          <p:nvPr>
            <p:ph type="title"/>
          </p:nvPr>
        </p:nvSpPr>
        <p:spPr>
          <a:xfrm>
            <a:off x="3719835" y="952361"/>
            <a:ext cx="13199873" cy="436683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6800" rIns="0" bIns="46800" numCol="1" anchor="b" anchorCtr="0" compatLnSpc="1">
            <a:prstTxWarp prst="textNoShape">
              <a:avLst/>
            </a:prstTxWarp>
            <a:normAutofit/>
          </a:bodyPr>
          <a:lstStyle>
            <a:lvl1pPr algn="l" defTabSz="1136872" rtl="0" eaLnBrk="0" fontAlgn="base" hangingPunct="0">
              <a:spcBef>
                <a:spcPct val="0"/>
              </a:spcBef>
              <a:spcAft>
                <a:spcPct val="0"/>
              </a:spcAft>
              <a:defRPr kumimoji="1" lang="ja-JP" altLang="en-US" sz="10498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11" name="テキスト プレースホルダー 2"/>
          <p:cNvSpPr>
            <a:spLocks noGrp="1"/>
          </p:cNvSpPr>
          <p:nvPr>
            <p:ph type="body" sz="quarter" idx="12"/>
          </p:nvPr>
        </p:nvSpPr>
        <p:spPr>
          <a:xfrm>
            <a:off x="3719836" y="5980388"/>
            <a:ext cx="13199895" cy="331716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ja-JP" altLang="en-US" b="0" smtClean="0"/>
            </a:lvl1pPr>
            <a:lvl2pPr marL="0" indent="0">
              <a:buNone/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 dirty="0"/>
            </a:lvl5pPr>
          </a:lstStyle>
          <a:p>
            <a:pPr marL="766929" lvl="0" indent="-766929"/>
            <a:r>
              <a:rPr kumimoji="1" lang="ja-JP" altLang="en-US" dirty="0"/>
              <a:t>マスター テキストの書式設定</a:t>
            </a:r>
          </a:p>
          <a:p>
            <a:pPr marL="488701" lvl="1" indent="-48870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marL="0" lvl="2" indent="0">
              <a:buFontTx/>
              <a:buNone/>
            </a:pPr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marL="0" lvl="3" indent="0">
              <a:buFontTx/>
              <a:buNone/>
            </a:pPr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marL="0" lvl="4" indent="0">
              <a:buFontTx/>
              <a:buNone/>
            </a:pPr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91443" y="3831590"/>
            <a:ext cx="2642320" cy="2747717"/>
          </a:xfrm>
          <a:prstGeom prst="rect">
            <a:avLst/>
          </a:prstGeom>
        </p:spPr>
        <p:txBody>
          <a:bodyPr lIns="180000" tIns="0" rIns="0" bIns="0" anchor="ctr" anchorCtr="0">
            <a:normAutofit/>
          </a:bodyPr>
          <a:lstStyle>
            <a:lvl1pPr marL="0" indent="0">
              <a:buClrTx/>
              <a:buFontTx/>
              <a:buNone/>
              <a:defRPr kumimoji="1" lang="ja-JP" altLang="en-US" sz="14300" dirty="0">
                <a:solidFill>
                  <a:srgbClr val="002060"/>
                </a:solidFill>
                <a:effectLst/>
                <a:latin typeface="ＤＦＧ華康ゴシック体W2" panose="020B0400000000000000" pitchFamily="50" charset="-128"/>
                <a:ea typeface="ＤＦＧ華康ゴシック体W2" panose="020B0400000000000000" pitchFamily="50" charset="-128"/>
                <a:cs typeface="M+ 1c thin" panose="020B0203020204020204" pitchFamily="50" charset="-128"/>
              </a:defRPr>
            </a:lvl1pPr>
          </a:lstStyle>
          <a:p>
            <a:pPr marL="0" lvl="0" indent="0" algn="l" defTabSz="1136872" rtl="0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ja-JP" altLang="en-US" dirty="0"/>
              <a:t>①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410E4D4-1F7B-497D-B418-CA5AF125A2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3505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4228350" y="5351608"/>
            <a:ext cx="12702538" cy="0"/>
          </a:xfrm>
          <a:prstGeom prst="line">
            <a:avLst/>
          </a:prstGeom>
          <a:noFill/>
          <a:ln w="76200" cap="sq">
            <a:solidFill>
              <a:srgbClr val="5FB8E4"/>
            </a:solidFill>
            <a:round/>
            <a:headEnd type="oval" w="med" len="med"/>
            <a:tailEnd type="oval" w="med" len="med"/>
          </a:ln>
        </p:spPr>
        <p:txBody>
          <a:bodyPr wrap="none" lIns="91381" tIns="45691" rIns="91381" bIns="45691" anchor="ctr"/>
          <a:lstStyle/>
          <a:p>
            <a:pPr lvl="0"/>
            <a:endParaRPr lang="ja-JP" altLang="en-US">
              <a:ln w="3175"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dirty="0"/>
              <a:t>Copyright © by INIAD</a:t>
            </a:r>
            <a:endParaRPr lang="ja-JP" altLang="en-US" dirty="0"/>
          </a:p>
        </p:txBody>
      </p:sp>
      <p:sp>
        <p:nvSpPr>
          <p:cNvPr id="8" name="スライド番号プレースホルダー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EBD8ED-4D7B-4A10-BDB7-C9C15E292BA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/>
          </p:nvPr>
        </p:nvSpPr>
        <p:spPr>
          <a:xfrm>
            <a:off x="4228348" y="492334"/>
            <a:ext cx="12691360" cy="4826859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6800" rIns="0" bIns="46800" numCol="1" anchor="b" anchorCtr="0" compatLnSpc="1">
            <a:prstTxWarp prst="textNoShape">
              <a:avLst/>
            </a:prstTxWarp>
            <a:normAutofit/>
          </a:bodyPr>
          <a:lstStyle>
            <a:lvl1pPr algn="l" defTabSz="852083" rtl="0" eaLnBrk="0" fontAlgn="base" hangingPunct="0">
              <a:spcBef>
                <a:spcPct val="0"/>
              </a:spcBef>
              <a:spcAft>
                <a:spcPct val="0"/>
              </a:spcAft>
              <a:defRPr kumimoji="1" lang="ja-JP" altLang="en-US" sz="9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11" name="テキスト プレースホルダー 2"/>
          <p:cNvSpPr>
            <a:spLocks noGrp="1"/>
          </p:cNvSpPr>
          <p:nvPr>
            <p:ph type="body" sz="quarter" idx="12"/>
          </p:nvPr>
        </p:nvSpPr>
        <p:spPr>
          <a:xfrm>
            <a:off x="4228349" y="5980388"/>
            <a:ext cx="12691381" cy="3277657"/>
          </a:xfrm>
          <a:prstGeom prst="rect">
            <a:avLst/>
          </a:prstGeom>
        </p:spPr>
        <p:txBody>
          <a:bodyPr lIns="36000" anchor="t" anchorCtr="0"/>
          <a:lstStyle>
            <a:lvl1pPr marL="0" indent="0">
              <a:buFontTx/>
              <a:buNone/>
              <a:defRPr b="0">
                <a:latin typeface="+mn-lt"/>
              </a:defRPr>
            </a:lvl1pPr>
            <a:lvl2pPr marL="0" indent="0">
              <a:buFontTx/>
              <a:buNone/>
              <a:defRPr sz="3600">
                <a:latin typeface="+mn-lt"/>
              </a:defRPr>
            </a:lvl2pPr>
            <a:lvl3pPr marL="379816" indent="0">
              <a:buFontTx/>
              <a:buNone/>
              <a:defRPr>
                <a:latin typeface="+mn-lt"/>
              </a:defRPr>
            </a:lvl3pPr>
            <a:lvl4pPr marL="379816" indent="0">
              <a:buFontTx/>
              <a:buNone/>
              <a:defRPr>
                <a:latin typeface="+mn-lt"/>
              </a:defRPr>
            </a:lvl4pPr>
            <a:lvl5pPr marL="379816" indent="0">
              <a:buFontTx/>
              <a:buNone/>
              <a:defRPr>
                <a:latin typeface="+mn-lt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0212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5">
          <p15:clr>
            <a:srgbClr val="FBAE40"/>
          </p15:clr>
        </p15:guide>
        <p15:guide id="2" pos="512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05553" y="1070695"/>
            <a:ext cx="16514155" cy="412751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  <a:normAutofit/>
          </a:bodyPr>
          <a:lstStyle>
            <a:lvl1pPr algn="ctr" defTabSz="1137053" rtl="0" eaLnBrk="0" fontAlgn="base" hangingPunct="0">
              <a:spcBef>
                <a:spcPct val="0"/>
              </a:spcBef>
              <a:spcAft>
                <a:spcPct val="0"/>
              </a:spcAft>
              <a:defRPr kumimoji="1" lang="ja-JP" altLang="en-US" sz="105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40034" y="5307896"/>
            <a:ext cx="16496714" cy="3952800"/>
          </a:xfrm>
          <a:effectLst/>
        </p:spPr>
        <p:txBody>
          <a:bodyPr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kumimoji="1" lang="ja-JP" altLang="en-US" sz="4800" spc="-1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4758" indent="0" algn="ctr">
              <a:lnSpc>
                <a:spcPct val="90000"/>
              </a:lnSpc>
              <a:buNone/>
              <a:defRPr sz="36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90000"/>
              </a:lnSpc>
              <a:buNone/>
              <a:tabLst/>
              <a:defRPr sz="24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  <a:lvl6pPr marL="2283625" indent="0">
              <a:buNone/>
              <a:defRPr sz="1400"/>
            </a:lvl6pPr>
            <a:lvl7pPr marL="2740353" indent="0">
              <a:buNone/>
              <a:defRPr sz="1400"/>
            </a:lvl7pPr>
            <a:lvl8pPr marL="3197077" indent="0">
              <a:buNone/>
              <a:defRPr sz="1400"/>
            </a:lvl8pPr>
            <a:lvl9pPr marL="3653806" indent="0">
              <a:buNone/>
              <a:defRPr sz="14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445935" y="5351608"/>
            <a:ext cx="16484952" cy="0"/>
          </a:xfrm>
          <a:prstGeom prst="line">
            <a:avLst/>
          </a:prstGeom>
          <a:noFill/>
          <a:ln w="76200" cap="sq">
            <a:solidFill>
              <a:srgbClr val="5FB8E4"/>
            </a:solidFill>
            <a:round/>
            <a:headEnd type="oval" w="med" len="med"/>
            <a:tailEnd type="oval" w="med" len="med"/>
          </a:ln>
        </p:spPr>
        <p:txBody>
          <a:bodyPr wrap="none" lIns="0" tIns="0" rIns="0" bIns="0" anchor="ctr"/>
          <a:lstStyle/>
          <a:p>
            <a:pPr lvl="0"/>
            <a:endParaRPr lang="ja-JP" altLang="en-US" sz="2400">
              <a:ln w="9525">
                <a:solidFill>
                  <a:schemeClr val="tx1"/>
                </a:solidFill>
              </a:ln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0"/>
          </p:nvPr>
        </p:nvSpPr>
        <p:spPr>
          <a:xfrm>
            <a:off x="401724" y="9279607"/>
            <a:ext cx="16502080" cy="468052"/>
          </a:xfrm>
        </p:spPr>
        <p:txBody>
          <a:bodyPr/>
          <a:lstStyle/>
          <a:p>
            <a:r>
              <a:rPr lang="en-US" altLang="ja-JP" dirty="0"/>
              <a:t>Copyright © by INIAD</a:t>
            </a:r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1"/>
          </p:nvPr>
        </p:nvSpPr>
        <p:spPr>
          <a:xfrm>
            <a:off x="16039036" y="9290462"/>
            <a:ext cx="955094" cy="457199"/>
          </a:xfrm>
        </p:spPr>
        <p:txBody>
          <a:bodyPr/>
          <a:lstStyle/>
          <a:p>
            <a:pPr>
              <a:defRPr/>
            </a:pPr>
            <a:fld id="{E62AD30C-4FD0-4E41-9633-AA73C86D07D0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39555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大文字中央揃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05553" y="1070695"/>
            <a:ext cx="16514155" cy="4129199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57243" rIns="0" bIns="57243" numCol="1" anchor="b" anchorCtr="1" compatLnSpc="1">
            <a:prstTxWarp prst="textNoShape">
              <a:avLst/>
            </a:prstTxWarp>
            <a:normAutofit/>
          </a:bodyPr>
          <a:lstStyle>
            <a:lvl1pPr algn="ctr" defTabSz="1137053" rtl="0" eaLnBrk="0" fontAlgn="base" hangingPunct="0">
              <a:spcBef>
                <a:spcPct val="0"/>
              </a:spcBef>
              <a:spcAft>
                <a:spcPct val="0"/>
              </a:spcAft>
              <a:defRPr kumimoji="1" lang="ja-JP" altLang="en-US" sz="105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40034" y="5307891"/>
            <a:ext cx="16496714" cy="3951043"/>
          </a:xfrm>
          <a:effectLst/>
        </p:spPr>
        <p:txBody>
          <a:bodyPr anchor="ctr" anchorCtr="0">
            <a:normAutofit/>
          </a:bodyPr>
          <a:lstStyle>
            <a:lvl1pPr marL="0" indent="0" algn="ctr">
              <a:lnSpc>
                <a:spcPct val="90000"/>
              </a:lnSpc>
              <a:spcBef>
                <a:spcPts val="1200"/>
              </a:spcBef>
              <a:buNone/>
              <a:tabLst>
                <a:tab pos="1619132" algn="l"/>
              </a:tabLst>
              <a:defRPr kumimoji="1" lang="ja-JP" altLang="en-US" sz="4800" spc="-1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4758" indent="0" algn="ctr">
              <a:lnSpc>
                <a:spcPct val="90000"/>
              </a:lnSpc>
              <a:buNone/>
              <a:defRPr sz="3600" spc="-100" baseline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90000"/>
              </a:lnSpc>
              <a:buNone/>
              <a:tabLst/>
              <a:defRPr sz="2400" spc="-100" baseline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  <a:lvl6pPr marL="2283625" indent="0">
              <a:buNone/>
              <a:defRPr sz="1400"/>
            </a:lvl6pPr>
            <a:lvl7pPr marL="2740353" indent="0">
              <a:buNone/>
              <a:defRPr sz="1400"/>
            </a:lvl7pPr>
            <a:lvl8pPr marL="3197077" indent="0">
              <a:buNone/>
              <a:defRPr sz="1400"/>
            </a:lvl8pPr>
            <a:lvl9pPr marL="3653806" indent="0">
              <a:buNone/>
              <a:defRPr sz="14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0"/>
          </p:nvPr>
        </p:nvSpPr>
        <p:spPr>
          <a:xfrm>
            <a:off x="401724" y="9279607"/>
            <a:ext cx="16502080" cy="468052"/>
          </a:xfrm>
        </p:spPr>
        <p:txBody>
          <a:bodyPr/>
          <a:lstStyle/>
          <a:p>
            <a:r>
              <a:rPr lang="en-US" altLang="ja-JP" dirty="0"/>
              <a:t>Copyright © by INIAD</a:t>
            </a:r>
            <a:endParaRPr lang="en-US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1"/>
          </p:nvPr>
        </p:nvSpPr>
        <p:spPr>
          <a:xfrm>
            <a:off x="16039036" y="9290462"/>
            <a:ext cx="955094" cy="457199"/>
          </a:xfrm>
        </p:spPr>
        <p:txBody>
          <a:bodyPr/>
          <a:lstStyle/>
          <a:p>
            <a:pPr>
              <a:defRPr/>
            </a:pPr>
            <a:fld id="{E62AD30C-4FD0-4E41-9633-AA73C86D07D0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94404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テキスト中央揃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332371" y="530635"/>
            <a:ext cx="14712041" cy="1404156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57243" rIns="0" bIns="57243" numCol="1" anchor="t" anchorCtr="0" compatLnSpc="1">
            <a:prstTxWarp prst="textNoShape">
              <a:avLst/>
            </a:prstTxWarp>
            <a:normAutofit/>
          </a:bodyPr>
          <a:lstStyle>
            <a:lvl1pPr algn="ctr" defTabSz="1137053" rtl="0" eaLnBrk="1" fontAlgn="base" hangingPunct="1">
              <a:spcBef>
                <a:spcPct val="0"/>
              </a:spcBef>
              <a:spcAft>
                <a:spcPct val="0"/>
              </a:spcAft>
              <a:defRPr kumimoji="1" lang="ja-JP" altLang="en-US" sz="4800" kern="1200" spc="-300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40034" y="1945646"/>
            <a:ext cx="16496714" cy="7432585"/>
          </a:xfrm>
          <a:effectLst/>
        </p:spPr>
        <p:txBody>
          <a:bodyPr anchor="ctr" anchorCtr="0">
            <a:normAutofit/>
          </a:bodyPr>
          <a:lstStyle>
            <a:lvl1pPr marL="0" indent="0" algn="ctr">
              <a:lnSpc>
                <a:spcPct val="90000"/>
              </a:lnSpc>
              <a:spcBef>
                <a:spcPts val="1200"/>
              </a:spcBef>
              <a:buNone/>
              <a:tabLst>
                <a:tab pos="1619132" algn="l"/>
              </a:tabLst>
              <a:defRPr kumimoji="1" lang="ja-JP" altLang="en-US" sz="7200" dirty="0" smtClean="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1pPr>
            <a:lvl2pPr marL="4758" indent="0" algn="ctr">
              <a:lnSpc>
                <a:spcPct val="90000"/>
              </a:lnSpc>
              <a:buNone/>
              <a:defRPr sz="5400">
                <a:latin typeface="+mn-lt"/>
                <a:ea typeface="+mn-ea"/>
              </a:defRPr>
            </a:lvl2pPr>
            <a:lvl3pPr marL="0" indent="0" algn="ctr">
              <a:lnSpc>
                <a:spcPct val="90000"/>
              </a:lnSpc>
              <a:buNone/>
              <a:tabLst/>
              <a:defRPr sz="4000">
                <a:latin typeface="+mn-lt"/>
                <a:ea typeface="+mn-ea"/>
              </a:defRPr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  <a:lvl6pPr marL="2283625" indent="0">
              <a:buNone/>
              <a:defRPr sz="1400"/>
            </a:lvl6pPr>
            <a:lvl7pPr marL="2740353" indent="0">
              <a:buNone/>
              <a:defRPr sz="1400"/>
            </a:lvl7pPr>
            <a:lvl8pPr marL="3197077" indent="0">
              <a:buNone/>
              <a:defRPr sz="1400"/>
            </a:lvl8pPr>
            <a:lvl9pPr marL="3653806" indent="0">
              <a:buNone/>
              <a:defRPr sz="14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0"/>
          </p:nvPr>
        </p:nvSpPr>
        <p:spPr>
          <a:xfrm>
            <a:off x="401724" y="9279607"/>
            <a:ext cx="16502080" cy="468052"/>
          </a:xfrm>
        </p:spPr>
        <p:txBody>
          <a:bodyPr/>
          <a:lstStyle/>
          <a:p>
            <a:r>
              <a:rPr lang="en-US" altLang="ja-JP" dirty="0"/>
              <a:t>Copyright © by INIAD</a:t>
            </a:r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1"/>
          </p:nvPr>
        </p:nvSpPr>
        <p:spPr>
          <a:xfrm>
            <a:off x="16039036" y="9290462"/>
            <a:ext cx="955094" cy="457199"/>
          </a:xfrm>
        </p:spPr>
        <p:txBody>
          <a:bodyPr/>
          <a:lstStyle/>
          <a:p>
            <a:pPr>
              <a:defRPr/>
            </a:pPr>
            <a:fld id="{E62AD30C-4FD0-4E41-9633-AA73C86D07D0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23677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376890" y="1898788"/>
            <a:ext cx="8166464" cy="7380820"/>
          </a:xfrm>
          <a:effectLst/>
        </p:spPr>
        <p:txBody>
          <a:bodyPr anchor="t" anchorCtr="0">
            <a:normAutofit/>
          </a:bodyPr>
          <a:lstStyle>
            <a:lvl1pPr marL="347638" indent="-347638">
              <a:defRPr sz="4000"/>
            </a:lvl1pPr>
            <a:lvl2pPr>
              <a:defRPr sz="3600"/>
            </a:lvl2pPr>
            <a:lvl3pPr marL="1604020" indent="-457200">
              <a:defRPr kumimoji="1" lang="ja-JP" altLang="en-US" sz="280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kumimoji="1" lang="ja-JP" altLang="en-US" sz="2600" dirty="0">
                <a:solidFill>
                  <a:schemeClr val="tx1"/>
                </a:solidFill>
                <a:latin typeface="+mn-lt"/>
                <a:ea typeface="+mn-ea"/>
              </a:defRPr>
            </a:lvl4pPr>
            <a:lvl5pPr marL="1695652" indent="0">
              <a:defRPr kumimoji="1" lang="ja-JP" altLang="en-US" sz="2300" dirty="0">
                <a:solidFill>
                  <a:schemeClr val="tx1"/>
                </a:solidFill>
                <a:latin typeface="+mn-lt"/>
                <a:ea typeface="+mn-ea"/>
              </a:defRPr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marL="1433925" lvl="2" indent="-287105" algn="l" defTabSz="1137053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itchFamily="34" charset="0"/>
              <a:buChar char="•"/>
            </a:pPr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marL="1437098" lvl="3" indent="0" algn="l" defTabSz="1137053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marL="1695652" lvl="4" indent="3175" algn="l" defTabSz="1137053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Tx/>
              <a:buNone/>
            </a:pPr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8785382" y="1898788"/>
            <a:ext cx="8166464" cy="7380820"/>
          </a:xfrm>
          <a:effectLst/>
        </p:spPr>
        <p:txBody>
          <a:bodyPr anchor="t" anchorCtr="0">
            <a:normAutofit/>
          </a:bodyPr>
          <a:lstStyle>
            <a:lvl1pPr marL="347638" indent="-347638">
              <a:defRPr sz="4000"/>
            </a:lvl1pPr>
            <a:lvl2pPr>
              <a:defRPr sz="3600"/>
            </a:lvl2pPr>
            <a:lvl3pPr marL="1604020" indent="-457200">
              <a:defRPr kumimoji="1" lang="ja-JP" altLang="en-US" sz="2800" dirty="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kumimoji="1" lang="ja-JP" altLang="en-US" sz="2600" dirty="0">
                <a:solidFill>
                  <a:schemeClr val="tx1"/>
                </a:solidFill>
                <a:latin typeface="+mn-lt"/>
                <a:ea typeface="+mn-ea"/>
              </a:defRPr>
            </a:lvl4pPr>
            <a:lvl5pPr marL="1695652" indent="0">
              <a:defRPr kumimoji="1" lang="ja-JP" altLang="en-US" sz="2300" dirty="0">
                <a:solidFill>
                  <a:schemeClr val="tx1"/>
                </a:solidFill>
                <a:latin typeface="+mn-lt"/>
                <a:ea typeface="+mn-ea"/>
              </a:defRPr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marL="1433925" lvl="2" indent="-287105" algn="l" defTabSz="1137053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itchFamily="34" charset="0"/>
              <a:buChar char="•"/>
            </a:pPr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marL="1437098" lvl="3" indent="0" algn="l" defTabSz="1137053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marL="1695652" lvl="4" indent="3175" algn="l" defTabSz="1137053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Tx/>
              <a:buNone/>
            </a:pPr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dirty="0"/>
              <a:t>Copyright © by INIAD</a:t>
            </a:r>
            <a:endParaRPr lang="en-US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62AD30C-4FD0-4E41-9633-AA73C86D07D0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88614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376889" y="1898788"/>
            <a:ext cx="9715654" cy="7380820"/>
          </a:xfrm>
          <a:effectLst/>
        </p:spPr>
        <p:txBody>
          <a:bodyPr anchor="t" anchorCtr="0">
            <a:normAutofit/>
          </a:bodyPr>
          <a:lstStyle>
            <a:lvl1pPr marL="347638" indent="-347638">
              <a:defRPr sz="4000"/>
            </a:lvl1pPr>
            <a:lvl2pPr>
              <a:defRPr sz="3600"/>
            </a:lvl2pPr>
            <a:lvl3pPr marL="1604020" indent="-457200">
              <a:defRPr kumimoji="1" lang="ja-JP" altLang="en-US" sz="2800">
                <a:solidFill>
                  <a:schemeClr val="tx1"/>
                </a:solidFill>
                <a:latin typeface="+mn-lt"/>
                <a:ea typeface="+mn-ea"/>
              </a:defRPr>
            </a:lvl3pPr>
            <a:lvl4pPr>
              <a:defRPr kumimoji="1" lang="ja-JP" altLang="en-US" sz="2600" dirty="0">
                <a:solidFill>
                  <a:schemeClr val="tx1"/>
                </a:solidFill>
                <a:latin typeface="+mn-lt"/>
                <a:ea typeface="+mn-ea"/>
              </a:defRPr>
            </a:lvl4pPr>
            <a:lvl5pPr marL="1695652" indent="0">
              <a:defRPr kumimoji="1" lang="ja-JP" altLang="en-US" sz="2300" dirty="0">
                <a:solidFill>
                  <a:schemeClr val="tx1"/>
                </a:solidFill>
                <a:latin typeface="+mn-lt"/>
                <a:ea typeface="+mn-ea"/>
              </a:defRPr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marL="1433925" lvl="2" indent="-287105" algn="l" defTabSz="1137053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itchFamily="34" charset="0"/>
              <a:buChar char="•"/>
            </a:pPr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marL="1437098" lvl="3" indent="0" algn="l" defTabSz="1137053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marL="1695652" lvl="4" indent="3175" algn="l" defTabSz="1137053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Tx/>
              <a:buNone/>
            </a:pPr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dirty="0"/>
              <a:t>Copyright © by INIAD</a:t>
            </a:r>
            <a:endParaRPr lang="en-US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62AD30C-4FD0-4E41-9633-AA73C86D07D0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401724" y="9279607"/>
            <a:ext cx="16502080" cy="468052"/>
          </a:xfrm>
        </p:spPr>
        <p:txBody>
          <a:bodyPr/>
          <a:lstStyle/>
          <a:p>
            <a:r>
              <a:rPr lang="en-US" altLang="ja-JP" dirty="0"/>
              <a:t>Copyright © by INIAD</a:t>
            </a:r>
            <a:endParaRPr lang="en-US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>
              <a:defRPr/>
            </a:pPr>
            <a:fld id="{E62AD30C-4FD0-4E41-9633-AA73C86D07D0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33974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3"/>
          </p:nvPr>
        </p:nvSpPr>
        <p:spPr>
          <a:xfrm>
            <a:off x="401724" y="9279607"/>
            <a:ext cx="16502080" cy="468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67" tIns="45683" rIns="91367" bIns="45683" numCol="1" anchor="b" anchorCtr="0" compatLnSpc="1">
            <a:prstTxWarp prst="textNoShape">
              <a:avLst/>
            </a:prstTxWarp>
          </a:bodyPr>
          <a:lstStyle>
            <a:lvl1pPr algn="ctr">
              <a:defRPr lang="ja-JP" altLang="en-US" sz="1400" b="1" dirty="0">
                <a:solidFill>
                  <a:schemeClr val="bg1">
                    <a:lumMod val="75000"/>
                  </a:schemeClr>
                </a:solidFill>
                <a:latin typeface="Arial Black" pitchFamily="34" charset="0"/>
              </a:defRPr>
            </a:lvl1pPr>
          </a:lstStyle>
          <a:p>
            <a:r>
              <a:rPr lang="en-US" dirty="0"/>
              <a:t>Copyright © by INIAD</a:t>
            </a:r>
            <a:endParaRPr lang="ja-JP" altLang="en-US" dirty="0"/>
          </a:p>
        </p:txBody>
      </p:sp>
      <p:sp>
        <p:nvSpPr>
          <p:cNvPr id="227738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6891" y="1919173"/>
            <a:ext cx="16556097" cy="7360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marL="1075445" lvl="1" indent="-363239" algn="l" defTabSz="1137053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/>
              </a:buClr>
              <a:buFont typeface="ＤＦＧ平成ゴシック体W5" panose="020B0400000000000000" pitchFamily="50" charset="-128"/>
              <a:buChar char="■"/>
            </a:pPr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marL="1433925" lvl="2" indent="-287105" algn="l" defTabSz="1137053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itchFamily="34" charset="0"/>
              <a:buChar char="•"/>
            </a:pPr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marL="1437098" lvl="3" indent="0" algn="l" defTabSz="1137053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marL="1695652" lvl="4" indent="3175" algn="l" defTabSz="1137053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Tx/>
              <a:buNone/>
            </a:pPr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6039036" y="9290462"/>
            <a:ext cx="955094" cy="457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67" tIns="45683" rIns="91367" bIns="45683" numCol="1" anchor="b" anchorCtr="0" compatLnSpc="1">
            <a:prstTxWarp prst="textNoShape">
              <a:avLst/>
            </a:prstTxWarp>
          </a:bodyPr>
          <a:lstStyle>
            <a:lvl1pPr algn="r">
              <a:defRPr sz="1400" b="1">
                <a:solidFill>
                  <a:schemeClr val="bg1">
                    <a:lumMod val="75000"/>
                  </a:schemeClr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fld id="{E62AD30C-4FD0-4E41-9633-AA73C86D07D0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445919" y="505658"/>
            <a:ext cx="15833322" cy="0"/>
          </a:xfrm>
          <a:prstGeom prst="line">
            <a:avLst/>
          </a:prstGeom>
          <a:noFill/>
          <a:ln w="76200" cap="sq">
            <a:solidFill>
              <a:srgbClr val="5FB8E4"/>
            </a:solidFill>
            <a:round/>
            <a:headEnd type="oval" w="med" len="med"/>
            <a:tailEnd type="oval" w="med" len="med"/>
          </a:ln>
        </p:spPr>
        <p:txBody>
          <a:bodyPr wrap="none" lIns="0" tIns="0" rIns="0" bIns="0" anchor="ctr"/>
          <a:lstStyle/>
          <a:p>
            <a:pPr lvl="0"/>
            <a:endParaRPr lang="ja-JP" altLang="en-US">
              <a:ln w="9525">
                <a:solidFill>
                  <a:schemeClr val="tx1"/>
                </a:solidFill>
              </a:ln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8" name="図 17" descr="C:\Users\Jun\SkyDrive\Documents\プロジェクト\東洋大学\学部名検討\応用情報連携学部ロゴ.bmp"/>
          <p:cNvPicPr/>
          <p:nvPr/>
        </p:nvPicPr>
        <p:blipFill rotWithShape="1">
          <a:blip r:embed="rId1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4160995" y="62583"/>
            <a:ext cx="2119848" cy="365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図 10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516583" y="85802"/>
            <a:ext cx="719592" cy="1056901"/>
          </a:xfrm>
          <a:prstGeom prst="rect">
            <a:avLst/>
          </a:prstGeom>
        </p:spPr>
      </p:pic>
      <p:sp>
        <p:nvSpPr>
          <p:cNvPr id="13" name="Line 33"/>
          <p:cNvSpPr>
            <a:spLocks noChangeShapeType="1"/>
          </p:cNvSpPr>
          <p:nvPr/>
        </p:nvSpPr>
        <p:spPr bwMode="auto">
          <a:xfrm>
            <a:off x="562428" y="9279607"/>
            <a:ext cx="16370560" cy="0"/>
          </a:xfrm>
          <a:prstGeom prst="line">
            <a:avLst/>
          </a:prstGeom>
          <a:noFill/>
          <a:ln w="76200" cap="sq">
            <a:solidFill>
              <a:srgbClr val="5FB8E4"/>
            </a:solidFill>
            <a:round/>
            <a:headEnd type="oval" w="med" len="med"/>
            <a:tailEnd type="oval" w="med" len="med"/>
          </a:ln>
        </p:spPr>
        <p:txBody>
          <a:bodyPr wrap="none" lIns="0" tIns="0" rIns="0" bIns="0" anchor="ctr"/>
          <a:lstStyle/>
          <a:p>
            <a:pPr lvl="0"/>
            <a:endParaRPr lang="ja-JP" altLang="en-US" sz="2400">
              <a:ln w="9525">
                <a:solidFill>
                  <a:schemeClr val="tx1"/>
                </a:solidFill>
              </a:ln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7737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76888" y="485274"/>
            <a:ext cx="15902353" cy="1413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610486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60" r:id="rId3"/>
    <p:sldLayoutId id="2147483959" r:id="rId4"/>
    <p:sldLayoutId id="2147483940" r:id="rId5"/>
    <p:sldLayoutId id="2147483941" r:id="rId6"/>
    <p:sldLayoutId id="2147483936" r:id="rId7"/>
    <p:sldLayoutId id="2147483942" r:id="rId8"/>
    <p:sldLayoutId id="2147483961" r:id="rId9"/>
    <p:sldLayoutId id="2147483943" r:id="rId10"/>
  </p:sldLayoutIdLst>
  <p:hf hdr="0" dt="0"/>
  <p:txStyles>
    <p:titleStyle>
      <a:lvl1pPr algn="l" defTabSz="1137053" rtl="0" eaLnBrk="1" fontAlgn="base" hangingPunct="1">
        <a:spcBef>
          <a:spcPct val="0"/>
        </a:spcBef>
        <a:spcAft>
          <a:spcPct val="0"/>
        </a:spcAft>
        <a:defRPr kumimoji="1" lang="ja-JP" altLang="en-US" sz="54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defTabSz="1137053" rtl="0" eaLnBrk="1" fontAlgn="base" hangingPunct="1">
        <a:spcBef>
          <a:spcPct val="0"/>
        </a:spcBef>
        <a:spcAft>
          <a:spcPct val="0"/>
        </a:spcAft>
        <a:defRPr kumimoji="1" sz="5400">
          <a:solidFill>
            <a:srgbClr val="DDDDDD"/>
          </a:solidFill>
          <a:latin typeface="ＤＦＧ平成ゴシック体W7" pitchFamily="50" charset="-128"/>
          <a:ea typeface="ＤＦＧ平成ゴシック体W7" pitchFamily="50" charset="-128"/>
        </a:defRPr>
      </a:lvl2pPr>
      <a:lvl3pPr algn="l" defTabSz="1137053" rtl="0" eaLnBrk="1" fontAlgn="base" hangingPunct="1">
        <a:spcBef>
          <a:spcPct val="0"/>
        </a:spcBef>
        <a:spcAft>
          <a:spcPct val="0"/>
        </a:spcAft>
        <a:defRPr kumimoji="1" sz="5400">
          <a:solidFill>
            <a:srgbClr val="DDDDDD"/>
          </a:solidFill>
          <a:latin typeface="ＤＦＧ平成ゴシック体W7" pitchFamily="50" charset="-128"/>
          <a:ea typeface="ＤＦＧ平成ゴシック体W7" pitchFamily="50" charset="-128"/>
        </a:defRPr>
      </a:lvl3pPr>
      <a:lvl4pPr algn="l" defTabSz="1137053" rtl="0" eaLnBrk="1" fontAlgn="base" hangingPunct="1">
        <a:spcBef>
          <a:spcPct val="0"/>
        </a:spcBef>
        <a:spcAft>
          <a:spcPct val="0"/>
        </a:spcAft>
        <a:defRPr kumimoji="1" sz="5400">
          <a:solidFill>
            <a:srgbClr val="DDDDDD"/>
          </a:solidFill>
          <a:latin typeface="ＤＦＧ平成ゴシック体W7" pitchFamily="50" charset="-128"/>
          <a:ea typeface="ＤＦＧ平成ゴシック体W7" pitchFamily="50" charset="-128"/>
        </a:defRPr>
      </a:lvl4pPr>
      <a:lvl5pPr algn="l" defTabSz="1137053" rtl="0" eaLnBrk="1" fontAlgn="base" hangingPunct="1">
        <a:spcBef>
          <a:spcPct val="0"/>
        </a:spcBef>
        <a:spcAft>
          <a:spcPct val="0"/>
        </a:spcAft>
        <a:defRPr kumimoji="1" sz="5400">
          <a:solidFill>
            <a:srgbClr val="DDDDDD"/>
          </a:solidFill>
          <a:latin typeface="ＤＦＧ平成ゴシック体W7" pitchFamily="50" charset="-128"/>
          <a:ea typeface="ＤＦＧ平成ゴシック体W7" pitchFamily="50" charset="-128"/>
        </a:defRPr>
      </a:lvl5pPr>
      <a:lvl6pPr marL="456724" algn="l" defTabSz="1137053" rtl="0" eaLnBrk="1" fontAlgn="base" hangingPunct="1">
        <a:spcBef>
          <a:spcPct val="0"/>
        </a:spcBef>
        <a:spcAft>
          <a:spcPct val="0"/>
        </a:spcAft>
        <a:defRPr kumimoji="1" sz="5400">
          <a:solidFill>
            <a:srgbClr val="FFCC00"/>
          </a:solidFill>
          <a:latin typeface="ＤＦＧ平成ゴシック体W7" pitchFamily="50" charset="-128"/>
          <a:ea typeface="ＤＦＧ平成ゴシック体W7" pitchFamily="50" charset="-128"/>
        </a:defRPr>
      </a:lvl6pPr>
      <a:lvl7pPr marL="913451" algn="l" defTabSz="1137053" rtl="0" eaLnBrk="1" fontAlgn="base" hangingPunct="1">
        <a:spcBef>
          <a:spcPct val="0"/>
        </a:spcBef>
        <a:spcAft>
          <a:spcPct val="0"/>
        </a:spcAft>
        <a:defRPr kumimoji="1" sz="5400">
          <a:solidFill>
            <a:srgbClr val="FFCC00"/>
          </a:solidFill>
          <a:latin typeface="ＤＦＧ平成ゴシック体W7" pitchFamily="50" charset="-128"/>
          <a:ea typeface="ＤＦＧ平成ゴシック体W7" pitchFamily="50" charset="-128"/>
        </a:defRPr>
      </a:lvl7pPr>
      <a:lvl8pPr marL="1370173" algn="l" defTabSz="1137053" rtl="0" eaLnBrk="1" fontAlgn="base" hangingPunct="1">
        <a:spcBef>
          <a:spcPct val="0"/>
        </a:spcBef>
        <a:spcAft>
          <a:spcPct val="0"/>
        </a:spcAft>
        <a:defRPr kumimoji="1" sz="5400">
          <a:solidFill>
            <a:srgbClr val="FFCC00"/>
          </a:solidFill>
          <a:latin typeface="ＤＦＧ平成ゴシック体W7" pitchFamily="50" charset="-128"/>
          <a:ea typeface="ＤＦＧ平成ゴシック体W7" pitchFamily="50" charset="-128"/>
        </a:defRPr>
      </a:lvl8pPr>
      <a:lvl9pPr marL="1826903" algn="l" defTabSz="1137053" rtl="0" eaLnBrk="1" fontAlgn="base" hangingPunct="1">
        <a:spcBef>
          <a:spcPct val="0"/>
        </a:spcBef>
        <a:spcAft>
          <a:spcPct val="0"/>
        </a:spcAft>
        <a:defRPr kumimoji="1" sz="5400">
          <a:solidFill>
            <a:srgbClr val="FFCC00"/>
          </a:solidFill>
          <a:latin typeface="ＤＦＧ平成ゴシック体W7" pitchFamily="50" charset="-128"/>
          <a:ea typeface="ＤＦＧ平成ゴシック体W7" pitchFamily="50" charset="-128"/>
        </a:defRPr>
      </a:lvl9pPr>
    </p:titleStyle>
    <p:bodyStyle>
      <a:lvl1pPr marL="457167" indent="-457167" algn="l" defTabSz="1137053" rtl="0" eaLnBrk="1" fontAlgn="base" hangingPunct="1">
        <a:spcBef>
          <a:spcPct val="50000"/>
        </a:spcBef>
        <a:spcAft>
          <a:spcPct val="0"/>
        </a:spcAft>
        <a:buClr>
          <a:srgbClr val="C00000"/>
        </a:buClr>
        <a:buFont typeface="Wingdings" panose="05000000000000000000" pitchFamily="2" charset="2"/>
        <a:buChar char="l"/>
        <a:defRPr kumimoji="1" sz="4800">
          <a:solidFill>
            <a:schemeClr val="tx1"/>
          </a:solidFill>
          <a:effectLst/>
          <a:latin typeface="+mn-ea"/>
          <a:ea typeface="+mn-ea"/>
          <a:cs typeface="+mn-cs"/>
        </a:defRPr>
      </a:lvl1pPr>
      <a:lvl2pPr marL="1074660" indent="-530186" algn="l" defTabSz="1137053" rtl="0" eaLnBrk="1" fontAlgn="base" hangingPunct="1">
        <a:spcBef>
          <a:spcPct val="20000"/>
        </a:spcBef>
        <a:spcAft>
          <a:spcPct val="0"/>
        </a:spcAft>
        <a:buClr>
          <a:schemeClr val="accent5"/>
        </a:buClr>
        <a:buFont typeface="ＤＦＧ平成ゴシック体W5" panose="020B0400000000000000" pitchFamily="50" charset="-128"/>
        <a:buChar char="■"/>
        <a:defRPr kumimoji="1" lang="ja-JP" altLang="en-US" sz="3600" b="0" dirty="0" smtClean="0">
          <a:solidFill>
            <a:schemeClr val="tx1"/>
          </a:solidFill>
          <a:latin typeface="+mn-ea"/>
          <a:ea typeface="+mn-ea"/>
        </a:defRPr>
      </a:lvl2pPr>
      <a:lvl3pPr marL="1604020" indent="-457200" algn="l" defTabSz="1137053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Font typeface="Wingdings" panose="05000000000000000000" pitchFamily="2" charset="2"/>
        <a:buChar char="l"/>
        <a:defRPr kumimoji="1" lang="ja-JP" altLang="en-US" sz="2800" dirty="0" smtClean="0">
          <a:solidFill>
            <a:schemeClr val="tx1"/>
          </a:solidFill>
          <a:latin typeface="+mn-lt"/>
          <a:ea typeface="+mn-ea"/>
        </a:defRPr>
      </a:lvl3pPr>
      <a:lvl4pPr marL="1883992" indent="0" algn="l" defTabSz="1137053" rtl="0" eaLnBrk="1" fontAlgn="base" hangingPunct="1">
        <a:spcBef>
          <a:spcPct val="20000"/>
        </a:spcBef>
        <a:spcAft>
          <a:spcPct val="0"/>
        </a:spcAft>
        <a:buFontTx/>
        <a:buNone/>
        <a:defRPr kumimoji="1" lang="ja-JP" altLang="en-US" sz="2600" dirty="0" smtClean="0">
          <a:solidFill>
            <a:schemeClr val="tx1"/>
          </a:solidFill>
          <a:latin typeface="+mn-lt"/>
          <a:ea typeface="+mn-ea"/>
        </a:defRPr>
      </a:lvl4pPr>
      <a:lvl5pPr marL="1695652" indent="0" algn="l" defTabSz="1137053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Tx/>
        <a:buNone/>
        <a:defRPr kumimoji="1" lang="ja-JP" altLang="en-US" sz="2300" dirty="0" smtClean="0">
          <a:solidFill>
            <a:schemeClr val="tx1"/>
          </a:solidFill>
          <a:latin typeface="+mn-lt"/>
          <a:ea typeface="+mn-ea"/>
        </a:defRPr>
      </a:lvl5pPr>
      <a:lvl6pPr marL="2630930" indent="3175" algn="l" defTabSz="1137053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defRPr kumimoji="1" sz="2300">
          <a:solidFill>
            <a:schemeClr val="bg1"/>
          </a:solidFill>
          <a:latin typeface="+mn-lt"/>
          <a:ea typeface="+mn-ea"/>
        </a:defRPr>
      </a:lvl6pPr>
      <a:lvl7pPr marL="3087655" indent="3175" algn="l" defTabSz="1137053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defRPr kumimoji="1" sz="2300">
          <a:solidFill>
            <a:schemeClr val="bg1"/>
          </a:solidFill>
          <a:latin typeface="+mn-lt"/>
          <a:ea typeface="+mn-ea"/>
        </a:defRPr>
      </a:lvl7pPr>
      <a:lvl8pPr marL="3544381" indent="3175" algn="l" defTabSz="1137053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defRPr kumimoji="1" sz="2300">
          <a:solidFill>
            <a:schemeClr val="bg1"/>
          </a:solidFill>
          <a:latin typeface="+mn-lt"/>
          <a:ea typeface="+mn-ea"/>
        </a:defRPr>
      </a:lvl8pPr>
      <a:lvl9pPr marL="4001106" indent="3175" algn="l" defTabSz="1137053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defRPr kumimoji="1" sz="23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345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24" algn="l" defTabSz="91345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3451" algn="l" defTabSz="91345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173" algn="l" defTabSz="91345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903" algn="l" defTabSz="91345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625" algn="l" defTabSz="91345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353" algn="l" defTabSz="91345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077" algn="l" defTabSz="91345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3806" algn="l" defTabSz="91345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98BE62-3BDF-4EA4-B02E-ECE2E07B7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練習問題</a:t>
            </a:r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CC0831-08A2-4C8A-AB9F-81ACCD2FF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77" y="1497168"/>
            <a:ext cx="16556097" cy="587464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ja-JP" sz="4400" dirty="0"/>
              <a:t>newsgroups.csv</a:t>
            </a:r>
            <a:r>
              <a:rPr lang="ja-JP" altLang="en-US" sz="4400" dirty="0"/>
              <a:t>は、インターネット上の</a:t>
            </a:r>
            <a:r>
              <a:rPr lang="en-US" altLang="ja-JP" sz="4400" dirty="0"/>
              <a:t>3</a:t>
            </a:r>
            <a:r>
              <a:rPr lang="ja-JP" altLang="en-US" sz="4400" dirty="0"/>
              <a:t>種類のカテゴリーの掲示板の書き込みを、テキストデータとしてカテゴリー名とともにまとめたものである。</a:t>
            </a:r>
            <a:r>
              <a:rPr lang="en-US" altLang="ja-JP" sz="4400" dirty="0" err="1"/>
              <a:t>naive_bayes.ipynb</a:t>
            </a:r>
            <a:r>
              <a:rPr lang="en-US" altLang="ja-JP" sz="4400" dirty="0"/>
              <a:t> </a:t>
            </a:r>
            <a:r>
              <a:rPr lang="ja-JP" altLang="en-US" sz="4400" dirty="0"/>
              <a:t>を参考にして、この</a:t>
            </a:r>
            <a:r>
              <a:rPr lang="en-US" altLang="ja-JP" sz="4400" dirty="0"/>
              <a:t>CSV</a:t>
            </a:r>
            <a:r>
              <a:rPr lang="ja-JP" altLang="en-US" sz="4400" dirty="0"/>
              <a:t>ファイルを読み込み、テキストデータからカテゴリー名を予測する単純ベイズ分類器を構成し、 テストデータに対する予測精度の取得までの一覧の解析を行え。また、</a:t>
            </a:r>
            <a:r>
              <a:rPr lang="en-US" altLang="ja-JP" sz="4400" dirty="0"/>
              <a:t>1. </a:t>
            </a:r>
            <a:r>
              <a:rPr lang="ja-JP" altLang="en-US" sz="4400" dirty="0"/>
              <a:t>考慮する単語数、</a:t>
            </a:r>
            <a:r>
              <a:rPr lang="en-US" altLang="ja-JP" sz="4400" dirty="0"/>
              <a:t> 2. </a:t>
            </a:r>
            <a:r>
              <a:rPr lang="ja-JP" altLang="en-US" sz="4400" dirty="0"/>
              <a:t>訓練データに対する予測精度の数値 </a:t>
            </a:r>
            <a:r>
              <a:rPr lang="en-US" altLang="ja-JP" sz="4400" dirty="0"/>
              <a:t>(%,</a:t>
            </a:r>
            <a:r>
              <a:rPr lang="ja-JP" altLang="en-US" sz="4400" dirty="0"/>
              <a:t> 小数第</a:t>
            </a:r>
            <a:r>
              <a:rPr lang="en-US" altLang="ja-JP" sz="4400" dirty="0"/>
              <a:t>1</a:t>
            </a:r>
            <a:r>
              <a:rPr lang="ja-JP" altLang="en-US" sz="4400" dirty="0"/>
              <a:t>位まで</a:t>
            </a:r>
            <a:r>
              <a:rPr lang="en-US" altLang="ja-JP" sz="4400" dirty="0"/>
              <a:t>)</a:t>
            </a:r>
            <a:r>
              <a:rPr lang="ja-JP" altLang="en-US" sz="4400" dirty="0"/>
              <a:t>、</a:t>
            </a:r>
            <a:r>
              <a:rPr lang="en-US" altLang="ja-JP" sz="4400" dirty="0"/>
              <a:t>3. </a:t>
            </a:r>
            <a:r>
              <a:rPr lang="ja-JP" altLang="en-US" sz="4400" dirty="0"/>
              <a:t>テストデータに対する予測精度の数値 </a:t>
            </a:r>
            <a:r>
              <a:rPr lang="en-US" altLang="ja-JP" sz="4400" dirty="0"/>
              <a:t>(%,</a:t>
            </a:r>
            <a:r>
              <a:rPr lang="ja-JP" altLang="en-US" sz="4400" dirty="0"/>
              <a:t> 小数第</a:t>
            </a:r>
            <a:r>
              <a:rPr lang="en-US" altLang="ja-JP" sz="4400" dirty="0"/>
              <a:t>1</a:t>
            </a:r>
            <a:r>
              <a:rPr lang="ja-JP" altLang="en-US" sz="4400" dirty="0"/>
              <a:t>位まで</a:t>
            </a:r>
            <a:r>
              <a:rPr lang="en-US" altLang="ja-JP" sz="4400" dirty="0"/>
              <a:t>) </a:t>
            </a:r>
            <a:r>
              <a:rPr lang="ja-JP" altLang="en-US" sz="4400" dirty="0"/>
              <a:t>を答えよ。なお、</a:t>
            </a:r>
            <a:r>
              <a:rPr lang="en-US" altLang="ja-JP" sz="4400" dirty="0"/>
              <a:t>Bow</a:t>
            </a:r>
            <a:r>
              <a:rPr lang="ja-JP" altLang="en-US" sz="4400" dirty="0"/>
              <a:t>の表示、</a:t>
            </a:r>
            <a:r>
              <a:rPr lang="en-US" altLang="ja-JP" sz="4400" dirty="0" err="1"/>
              <a:t>min_df</a:t>
            </a:r>
            <a:r>
              <a:rPr lang="ja-JP" altLang="en-US" sz="4400" dirty="0"/>
              <a:t>や</a:t>
            </a:r>
            <a:r>
              <a:rPr lang="en-US" altLang="ja-JP" sz="4400" dirty="0" err="1"/>
              <a:t>stop_words</a:t>
            </a:r>
            <a:r>
              <a:rPr lang="ja-JP" altLang="en-US" sz="4400" dirty="0"/>
              <a:t>の設定は不要。また、読み込んだデータは、次の関数で訓練データとテストデータに分割すること。</a:t>
            </a:r>
            <a:endParaRPr kumimoji="1" lang="ja-JP" altLang="en-US" sz="4400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1F948E2-D118-48EA-A3D0-FC52134F0C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 dirty="0"/>
              <a:t>Copyright © by INIAD</a:t>
            </a:r>
            <a:endParaRPr lang="en-US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754AD6C-0A6E-455D-B4B7-9F911667B7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62AD30C-4FD0-4E41-9633-AA73C86D07D0}" type="slidenum">
              <a:rPr lang="ja-JP" altLang="en-US" smtClean="0"/>
              <a:pPr>
                <a:defRPr/>
              </a:pPr>
              <a:t>1</a:t>
            </a:fld>
            <a:endParaRPr lang="en-US" altLang="ja-JP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DCBA933-B574-4E19-84D1-8242516BA01C}"/>
              </a:ext>
            </a:extLst>
          </p:cNvPr>
          <p:cNvSpPr/>
          <p:nvPr/>
        </p:nvSpPr>
        <p:spPr>
          <a:xfrm>
            <a:off x="2357663" y="7529577"/>
            <a:ext cx="125983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600" dirty="0" err="1">
                <a:latin typeface="+mn-ea"/>
                <a:ea typeface="+mn-ea"/>
              </a:rPr>
              <a:t>train_test_split</a:t>
            </a:r>
            <a:r>
              <a:rPr lang="en-US" altLang="ja-JP" sz="3600" dirty="0">
                <a:latin typeface="+mn-ea"/>
                <a:ea typeface="+mn-ea"/>
              </a:rPr>
              <a:t>(X, y, </a:t>
            </a:r>
            <a:r>
              <a:rPr lang="en-US" altLang="ja-JP" sz="3600" dirty="0" err="1">
                <a:latin typeface="+mn-ea"/>
                <a:ea typeface="+mn-ea"/>
              </a:rPr>
              <a:t>test_size</a:t>
            </a:r>
            <a:r>
              <a:rPr lang="en-US" altLang="ja-JP" sz="3600" dirty="0">
                <a:latin typeface="+mn-ea"/>
                <a:ea typeface="+mn-ea"/>
              </a:rPr>
              <a:t>=0.25, </a:t>
            </a:r>
            <a:r>
              <a:rPr lang="en-US" altLang="ja-JP" sz="3600" dirty="0" err="1">
                <a:latin typeface="+mn-ea"/>
                <a:ea typeface="+mn-ea"/>
              </a:rPr>
              <a:t>random_state</a:t>
            </a:r>
            <a:r>
              <a:rPr lang="en-US" altLang="ja-JP" sz="3600" dirty="0">
                <a:latin typeface="+mn-ea"/>
                <a:ea typeface="+mn-ea"/>
              </a:rPr>
              <a:t>=5)</a:t>
            </a:r>
            <a:endParaRPr lang="ja-JP" altLang="en-US" sz="3600" dirty="0">
              <a:latin typeface="+mn-ea"/>
              <a:ea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85A8B32-FC3E-4D13-AEDA-50767819DDA3}"/>
              </a:ext>
            </a:extLst>
          </p:cNvPr>
          <p:cNvSpPr/>
          <p:nvPr/>
        </p:nvSpPr>
        <p:spPr>
          <a:xfrm>
            <a:off x="1489337" y="8383726"/>
            <a:ext cx="140923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600" dirty="0">
                <a:latin typeface="+mn-ea"/>
                <a:ea typeface="+mn-ea"/>
              </a:rPr>
              <a:t>※ </a:t>
            </a:r>
            <a:r>
              <a:rPr lang="ja-JP" altLang="en-US" sz="3600" dirty="0">
                <a:latin typeface="+mn-ea"/>
                <a:ea typeface="+mn-ea"/>
              </a:rPr>
              <a:t>「小数第</a:t>
            </a:r>
            <a:r>
              <a:rPr lang="en-US" altLang="ja-JP" sz="3600" dirty="0">
                <a:latin typeface="+mn-ea"/>
                <a:ea typeface="+mn-ea"/>
              </a:rPr>
              <a:t>N</a:t>
            </a:r>
            <a:r>
              <a:rPr lang="ja-JP" altLang="en-US" sz="3600" dirty="0">
                <a:latin typeface="+mn-ea"/>
                <a:ea typeface="+mn-ea"/>
              </a:rPr>
              <a:t>位まで」を答える際は、第</a:t>
            </a:r>
            <a:r>
              <a:rPr lang="en-US" altLang="ja-JP" sz="3600" dirty="0">
                <a:latin typeface="+mn-ea"/>
                <a:ea typeface="+mn-ea"/>
              </a:rPr>
              <a:t>(N+1)</a:t>
            </a:r>
            <a:r>
              <a:rPr lang="ja-JP" altLang="en-US" sz="3600" dirty="0">
                <a:latin typeface="+mn-ea"/>
                <a:ea typeface="+mn-ea"/>
              </a:rPr>
              <a:t>位を四捨五入する。</a:t>
            </a:r>
          </a:p>
        </p:txBody>
      </p:sp>
    </p:spTree>
    <p:extLst>
      <p:ext uri="{BB962C8B-B14F-4D97-AF65-F5344CB8AC3E}">
        <p14:creationId xmlns:p14="http://schemas.microsoft.com/office/powerpoint/2010/main" val="3406323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A3C3C4-693A-4BA9-BE95-E7588AB11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練習問題</a:t>
            </a:r>
            <a:r>
              <a:rPr kumimoji="1" lang="en-US" altLang="ja-JP" dirty="0"/>
              <a:t>1</a:t>
            </a:r>
            <a:r>
              <a:rPr kumimoji="1" lang="ja-JP" altLang="en-US" dirty="0"/>
              <a:t>の正解例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9BD6877-882D-47B7-BC48-5AB056ADD2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 dirty="0"/>
              <a:t>Copyright © by INIAD</a:t>
            </a:r>
            <a:endParaRPr lang="en-US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87282C2-6593-44EE-9F70-D3BE08A41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62AD30C-4FD0-4E41-9633-AA73C86D07D0}" type="slidenum">
              <a:rPr lang="ja-JP" altLang="en-US" smtClean="0"/>
              <a:pPr>
                <a:defRPr/>
              </a:pPr>
              <a:t>2</a:t>
            </a:fld>
            <a:endParaRPr lang="en-US" altLang="ja-JP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B34E857-EF9E-4DD9-A844-37DBD970C88B}"/>
              </a:ext>
            </a:extLst>
          </p:cNvPr>
          <p:cNvSpPr txBox="1"/>
          <p:nvPr/>
        </p:nvSpPr>
        <p:spPr>
          <a:xfrm>
            <a:off x="7346853" y="686134"/>
            <a:ext cx="83548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800" dirty="0">
                <a:latin typeface="+mn-ea"/>
                <a:ea typeface="+mn-ea"/>
              </a:rPr>
              <a:t>dm-06-practice1-ans.ipynb</a:t>
            </a:r>
            <a:endParaRPr kumimoji="1" lang="ja-JP" altLang="en-US" sz="4800" dirty="0">
              <a:latin typeface="+mn-ea"/>
              <a:ea typeface="+mn-ea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F45CB85-515C-40CE-B198-46FADE3D736A}"/>
              </a:ext>
            </a:extLst>
          </p:cNvPr>
          <p:cNvSpPr txBox="1"/>
          <p:nvPr/>
        </p:nvSpPr>
        <p:spPr>
          <a:xfrm>
            <a:off x="482477" y="1425707"/>
            <a:ext cx="11882420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3600" dirty="0" err="1">
                <a:latin typeface="+mn-ea"/>
                <a:ea typeface="+mn-ea"/>
              </a:rPr>
              <a:t>csv_in</a:t>
            </a:r>
            <a:r>
              <a:rPr lang="en-US" altLang="ja-JP" sz="3600" dirty="0">
                <a:latin typeface="+mn-ea"/>
                <a:ea typeface="+mn-ea"/>
              </a:rPr>
              <a:t> = 'newsgroups.csv'</a:t>
            </a:r>
          </a:p>
          <a:p>
            <a:endParaRPr lang="en-US" altLang="ja-JP" sz="3600" dirty="0">
              <a:latin typeface="+mn-ea"/>
              <a:ea typeface="+mn-ea"/>
            </a:endParaRPr>
          </a:p>
          <a:p>
            <a:r>
              <a:rPr lang="en-US" altLang="ja-JP" sz="3600" dirty="0">
                <a:latin typeface="+mn-ea"/>
                <a:ea typeface="+mn-ea"/>
              </a:rPr>
              <a:t>df = </a:t>
            </a:r>
            <a:r>
              <a:rPr lang="en-US" altLang="ja-JP" sz="3600" dirty="0" err="1">
                <a:latin typeface="+mn-ea"/>
                <a:ea typeface="+mn-ea"/>
              </a:rPr>
              <a:t>pd.read_csv</a:t>
            </a:r>
            <a:r>
              <a:rPr lang="en-US" altLang="ja-JP" sz="3600" dirty="0">
                <a:latin typeface="+mn-ea"/>
                <a:ea typeface="+mn-ea"/>
              </a:rPr>
              <a:t>(</a:t>
            </a:r>
            <a:r>
              <a:rPr lang="en-US" altLang="ja-JP" sz="3600" dirty="0" err="1">
                <a:latin typeface="+mn-ea"/>
                <a:ea typeface="+mn-ea"/>
              </a:rPr>
              <a:t>csv_in</a:t>
            </a:r>
            <a:r>
              <a:rPr lang="en-US" altLang="ja-JP" sz="3600" dirty="0">
                <a:latin typeface="+mn-ea"/>
                <a:ea typeface="+mn-ea"/>
              </a:rPr>
              <a:t>, </a:t>
            </a:r>
            <a:r>
              <a:rPr lang="en-US" altLang="ja-JP" sz="3600" dirty="0">
                <a:latin typeface="+mn-ea"/>
              </a:rPr>
              <a:t>delimiter=',', </a:t>
            </a:r>
            <a:r>
              <a:rPr lang="en-US" altLang="ja-JP" sz="3600" dirty="0" err="1">
                <a:latin typeface="+mn-ea"/>
                <a:ea typeface="+mn-ea"/>
              </a:rPr>
              <a:t>skiprows</a:t>
            </a:r>
            <a:r>
              <a:rPr lang="en-US" altLang="ja-JP" sz="3600" dirty="0">
                <a:latin typeface="+mn-ea"/>
                <a:ea typeface="+mn-ea"/>
              </a:rPr>
              <a:t>=0, </a:t>
            </a:r>
          </a:p>
          <a:p>
            <a:r>
              <a:rPr lang="en-US" altLang="ja-JP" sz="3600" dirty="0">
                <a:latin typeface="+mn-ea"/>
                <a:ea typeface="+mn-ea"/>
              </a:rPr>
              <a:t>                          header=0, </a:t>
            </a:r>
            <a:r>
              <a:rPr lang="en-US" altLang="ja-JP" sz="3600" dirty="0">
                <a:solidFill>
                  <a:srgbClr val="0000FF"/>
                </a:solidFill>
                <a:latin typeface="+mn-ea"/>
                <a:ea typeface="+mn-ea"/>
              </a:rPr>
              <a:t>encoding='latin-1'</a:t>
            </a:r>
            <a:r>
              <a:rPr lang="en-US" altLang="ja-JP" sz="3600" dirty="0">
                <a:latin typeface="+mn-ea"/>
                <a:ea typeface="+mn-ea"/>
              </a:rPr>
              <a:t>)</a:t>
            </a:r>
          </a:p>
          <a:p>
            <a:r>
              <a:rPr lang="en-US" altLang="ja-JP" sz="3600" dirty="0">
                <a:latin typeface="+mn-ea"/>
                <a:ea typeface="+mn-ea"/>
              </a:rPr>
              <a:t>print(</a:t>
            </a:r>
            <a:r>
              <a:rPr lang="en-US" altLang="ja-JP" sz="3600" dirty="0" err="1">
                <a:latin typeface="+mn-ea"/>
                <a:ea typeface="+mn-ea"/>
              </a:rPr>
              <a:t>df.shape</a:t>
            </a:r>
            <a:r>
              <a:rPr lang="en-US" altLang="ja-JP" sz="3600" dirty="0">
                <a:latin typeface="+mn-ea"/>
                <a:ea typeface="+mn-ea"/>
              </a:rPr>
              <a:t>)</a:t>
            </a:r>
          </a:p>
          <a:p>
            <a:r>
              <a:rPr lang="en-US" altLang="ja-JP" sz="3600" dirty="0">
                <a:latin typeface="+mn-ea"/>
                <a:ea typeface="+mn-ea"/>
              </a:rPr>
              <a:t>print(df.info())</a:t>
            </a:r>
          </a:p>
          <a:p>
            <a:r>
              <a:rPr lang="en-US" altLang="ja-JP" sz="3600" dirty="0">
                <a:latin typeface="+mn-ea"/>
                <a:ea typeface="+mn-ea"/>
              </a:rPr>
              <a:t>display(</a:t>
            </a:r>
            <a:r>
              <a:rPr lang="en-US" altLang="ja-JP" sz="3600" dirty="0" err="1">
                <a:latin typeface="+mn-ea"/>
                <a:ea typeface="+mn-ea"/>
              </a:rPr>
              <a:t>df.head</a:t>
            </a:r>
            <a:r>
              <a:rPr lang="en-US" altLang="ja-JP" sz="3600" dirty="0">
                <a:latin typeface="+mn-ea"/>
                <a:ea typeface="+mn-ea"/>
              </a:rPr>
              <a:t>())</a:t>
            </a:r>
            <a:endParaRPr kumimoji="1" lang="ja-JP" altLang="en-US" sz="3600" dirty="0">
              <a:latin typeface="+mn-ea"/>
              <a:ea typeface="+mn-ea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E4389CB-ADC0-43DF-8738-FD9389C920FA}"/>
              </a:ext>
            </a:extLst>
          </p:cNvPr>
          <p:cNvSpPr txBox="1"/>
          <p:nvPr/>
        </p:nvSpPr>
        <p:spPr>
          <a:xfrm>
            <a:off x="7882880" y="3923075"/>
            <a:ext cx="8721606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solidFill>
                  <a:srgbClr val="0000FF"/>
                </a:solidFill>
                <a:latin typeface="+mn-ea"/>
                <a:ea typeface="+mn-ea"/>
              </a:rPr>
              <a:t>アクセント記号などが含まれているので、</a:t>
            </a:r>
            <a:r>
              <a:rPr lang="en-US" altLang="ja-JP" sz="3600" dirty="0">
                <a:solidFill>
                  <a:srgbClr val="0000FF"/>
                </a:solidFill>
                <a:latin typeface="+mn-ea"/>
                <a:ea typeface="+mn-ea"/>
              </a:rPr>
              <a:t>encoding = 'latin-1'</a:t>
            </a:r>
            <a:r>
              <a:rPr lang="ja-JP" altLang="en-US" sz="3600" dirty="0">
                <a:solidFill>
                  <a:srgbClr val="0000FF"/>
                </a:solidFill>
                <a:latin typeface="+mn-ea"/>
                <a:ea typeface="+mn-ea"/>
              </a:rPr>
              <a:t>で読み込んでいる</a:t>
            </a:r>
            <a:endParaRPr lang="en-US" altLang="ja-JP" sz="36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0D69A38A-0E2B-4553-AF2D-69B7641A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139" y="5280867"/>
            <a:ext cx="7268502" cy="34727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23294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880780D-4A3F-4EB9-B241-66E8411CA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 dirty="0"/>
              <a:t>Copyright © by INIAD</a:t>
            </a:r>
            <a:endParaRPr lang="en-US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0D3E3B9-3C2E-4D5F-9C73-7745431B4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62AD30C-4FD0-4E41-9633-AA73C86D07D0}" type="slidenum">
              <a:rPr lang="ja-JP" altLang="en-US" smtClean="0"/>
              <a:pPr>
                <a:defRPr/>
              </a:pPr>
              <a:t>3</a:t>
            </a:fld>
            <a:endParaRPr lang="en-US" altLang="ja-JP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36327EC-C502-4EB4-AA58-905C104797EA}"/>
              </a:ext>
            </a:extLst>
          </p:cNvPr>
          <p:cNvSpPr/>
          <p:nvPr/>
        </p:nvSpPr>
        <p:spPr>
          <a:xfrm>
            <a:off x="353130" y="926679"/>
            <a:ext cx="8229176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ja-JP" sz="3600" dirty="0">
                <a:latin typeface="+mn-ea"/>
                <a:ea typeface="+mn-ea"/>
              </a:rPr>
              <a:t>print(df['category'].</a:t>
            </a:r>
            <a:r>
              <a:rPr lang="en-US" altLang="ja-JP" sz="3600" dirty="0" err="1">
                <a:latin typeface="+mn-ea"/>
                <a:ea typeface="+mn-ea"/>
              </a:rPr>
              <a:t>value_counts</a:t>
            </a:r>
            <a:r>
              <a:rPr lang="en-US" altLang="ja-JP" sz="3600" dirty="0">
                <a:latin typeface="+mn-ea"/>
                <a:ea typeface="+mn-ea"/>
              </a:rPr>
              <a:t>())</a:t>
            </a:r>
            <a:endParaRPr lang="ja-JP" altLang="en-US" sz="3600" dirty="0">
              <a:latin typeface="+mn-ea"/>
              <a:ea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7A4FCB4-0B87-4AF6-B526-1371BADB866E}"/>
              </a:ext>
            </a:extLst>
          </p:cNvPr>
          <p:cNvSpPr/>
          <p:nvPr/>
        </p:nvSpPr>
        <p:spPr>
          <a:xfrm>
            <a:off x="731503" y="1774639"/>
            <a:ext cx="86868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ja-JP" sz="3200" dirty="0">
                <a:latin typeface="+mn-ea"/>
                <a:ea typeface="+mn-ea"/>
              </a:rPr>
              <a:t>baseball       99</a:t>
            </a:r>
          </a:p>
          <a:p>
            <a:r>
              <a:rPr lang="en-US" altLang="ja-JP" sz="3200" dirty="0">
                <a:latin typeface="+mn-ea"/>
                <a:ea typeface="+mn-ea"/>
              </a:rPr>
              <a:t>space          99</a:t>
            </a:r>
          </a:p>
          <a:p>
            <a:r>
              <a:rPr lang="en-US" altLang="ja-JP" sz="3200" dirty="0">
                <a:latin typeface="+mn-ea"/>
                <a:ea typeface="+mn-ea"/>
              </a:rPr>
              <a:t>electronics    99</a:t>
            </a:r>
          </a:p>
          <a:p>
            <a:r>
              <a:rPr lang="en-US" altLang="ja-JP" sz="3200" dirty="0">
                <a:latin typeface="+mn-ea"/>
                <a:ea typeface="+mn-ea"/>
              </a:rPr>
              <a:t>Name: category, </a:t>
            </a:r>
            <a:r>
              <a:rPr lang="en-US" altLang="ja-JP" sz="3200" dirty="0" err="1">
                <a:latin typeface="+mn-ea"/>
                <a:ea typeface="+mn-ea"/>
              </a:rPr>
              <a:t>dtype</a:t>
            </a:r>
            <a:r>
              <a:rPr lang="en-US" altLang="ja-JP" sz="3200" dirty="0">
                <a:latin typeface="+mn-ea"/>
                <a:ea typeface="+mn-ea"/>
              </a:rPr>
              <a:t>: int64</a:t>
            </a:r>
            <a:endParaRPr lang="ja-JP" altLang="en-US" sz="3200" dirty="0">
              <a:latin typeface="+mn-ea"/>
              <a:ea typeface="+mn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1BF4E14-BF74-4667-A798-6639821E755E}"/>
              </a:ext>
            </a:extLst>
          </p:cNvPr>
          <p:cNvSpPr txBox="1"/>
          <p:nvPr/>
        </p:nvSpPr>
        <p:spPr>
          <a:xfrm>
            <a:off x="7537581" y="1872132"/>
            <a:ext cx="94565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>
                <a:solidFill>
                  <a:srgbClr val="0000FF"/>
                </a:solidFill>
                <a:latin typeface="+mn-ea"/>
                <a:ea typeface="+mn-ea"/>
              </a:rPr>
              <a:t>baseball, space, electronics</a:t>
            </a:r>
            <a:r>
              <a:rPr lang="ja-JP" altLang="en-US" sz="4000" dirty="0">
                <a:solidFill>
                  <a:srgbClr val="0000FF"/>
                </a:solidFill>
                <a:latin typeface="+mn-ea"/>
                <a:ea typeface="+mn-ea"/>
              </a:rPr>
              <a:t>の</a:t>
            </a:r>
            <a:endParaRPr lang="en-US" altLang="ja-JP" sz="4000" dirty="0">
              <a:solidFill>
                <a:srgbClr val="0000FF"/>
              </a:solidFill>
              <a:latin typeface="+mn-ea"/>
              <a:ea typeface="+mn-ea"/>
            </a:endParaRPr>
          </a:p>
          <a:p>
            <a:r>
              <a:rPr lang="en-US" altLang="ja-JP" sz="4000" dirty="0">
                <a:solidFill>
                  <a:srgbClr val="0000FF"/>
                </a:solidFill>
                <a:latin typeface="+mn-ea"/>
                <a:ea typeface="+mn-ea"/>
              </a:rPr>
              <a:t>3</a:t>
            </a:r>
            <a:r>
              <a:rPr lang="ja-JP" altLang="en-US" sz="4000" dirty="0">
                <a:solidFill>
                  <a:srgbClr val="0000FF"/>
                </a:solidFill>
                <a:latin typeface="+mn-ea"/>
                <a:ea typeface="+mn-ea"/>
              </a:rPr>
              <a:t>カテゴリーに</a:t>
            </a:r>
            <a:r>
              <a:rPr lang="en-US" altLang="ja-JP" sz="4000" dirty="0">
                <a:solidFill>
                  <a:srgbClr val="0000FF"/>
                </a:solidFill>
                <a:latin typeface="+mn-ea"/>
                <a:ea typeface="+mn-ea"/>
              </a:rPr>
              <a:t>99</a:t>
            </a:r>
            <a:r>
              <a:rPr lang="ja-JP" altLang="en-US" sz="4000" dirty="0">
                <a:solidFill>
                  <a:srgbClr val="0000FF"/>
                </a:solidFill>
                <a:latin typeface="+mn-ea"/>
                <a:ea typeface="+mn-ea"/>
              </a:rPr>
              <a:t>個ずつテキストがあることがわかる。</a:t>
            </a:r>
            <a:endParaRPr kumimoji="1" lang="ja-JP" altLang="en-US" sz="40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F3F52A8-3BD9-484A-AABA-07852249422E}"/>
              </a:ext>
            </a:extLst>
          </p:cNvPr>
          <p:cNvSpPr/>
          <p:nvPr/>
        </p:nvSpPr>
        <p:spPr>
          <a:xfrm>
            <a:off x="313826" y="4340315"/>
            <a:ext cx="4558138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3600" dirty="0">
                <a:latin typeface="+mn-ea"/>
                <a:ea typeface="+mn-ea"/>
              </a:rPr>
              <a:t>X = df['text']</a:t>
            </a:r>
          </a:p>
          <a:p>
            <a:r>
              <a:rPr lang="en-US" altLang="ja-JP" sz="3600" dirty="0">
                <a:latin typeface="+mn-ea"/>
                <a:ea typeface="+mn-ea"/>
              </a:rPr>
              <a:t>y = df['category']</a:t>
            </a:r>
            <a:endParaRPr lang="ja-JP" altLang="en-US" sz="3600" dirty="0">
              <a:latin typeface="+mn-ea"/>
              <a:ea typeface="+mn-ea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1053710-A4A9-4774-ADDA-99C191333C4B}"/>
              </a:ext>
            </a:extLst>
          </p:cNvPr>
          <p:cNvSpPr/>
          <p:nvPr/>
        </p:nvSpPr>
        <p:spPr>
          <a:xfrm>
            <a:off x="313825" y="5753830"/>
            <a:ext cx="16502079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3600" dirty="0">
                <a:latin typeface="+mn-ea"/>
                <a:ea typeface="+mn-ea"/>
              </a:rPr>
              <a:t>X_train, X_test, y_train, y_test = </a:t>
            </a:r>
            <a:r>
              <a:rPr lang="ja-JP" altLang="en-US" sz="3600" b="1" dirty="0">
                <a:solidFill>
                  <a:srgbClr val="0000FF"/>
                </a:solidFill>
                <a:latin typeface="+mn-ea"/>
                <a:ea typeface="+mn-ea"/>
              </a:rPr>
              <a:t>train_test_split(</a:t>
            </a:r>
            <a:r>
              <a:rPr lang="ja-JP" altLang="en-US" sz="3600" dirty="0">
                <a:latin typeface="+mn-ea"/>
                <a:ea typeface="+mn-ea"/>
              </a:rPr>
              <a:t>X, y, </a:t>
            </a:r>
            <a:r>
              <a:rPr lang="ja-JP" altLang="en-US" sz="3600" dirty="0">
                <a:solidFill>
                  <a:srgbClr val="FF00FF"/>
                </a:solidFill>
                <a:latin typeface="+mn-ea"/>
                <a:ea typeface="+mn-ea"/>
              </a:rPr>
              <a:t>test_size=0.25</a:t>
            </a:r>
            <a:r>
              <a:rPr lang="en-US" altLang="ja-JP" sz="3600" dirty="0">
                <a:solidFill>
                  <a:srgbClr val="FF00FF"/>
                </a:solidFill>
                <a:latin typeface="+mn-ea"/>
                <a:ea typeface="+mn-ea"/>
              </a:rPr>
              <a:t>,</a:t>
            </a:r>
          </a:p>
          <a:p>
            <a:r>
              <a:rPr lang="en-US" altLang="ja-JP" sz="3600" b="1" dirty="0">
                <a:solidFill>
                  <a:srgbClr val="FF00FF"/>
                </a:solidFill>
                <a:latin typeface="+mn-ea"/>
                <a:ea typeface="+mn-ea"/>
              </a:rPr>
              <a:t>                                                                           </a:t>
            </a:r>
            <a:r>
              <a:rPr lang="en-US" altLang="ja-JP" sz="3600" dirty="0" err="1">
                <a:latin typeface="+mn-ea"/>
                <a:ea typeface="+mn-ea"/>
              </a:rPr>
              <a:t>random_state</a:t>
            </a:r>
            <a:r>
              <a:rPr lang="en-US" altLang="ja-JP" sz="3600" dirty="0">
                <a:latin typeface="+mn-ea"/>
                <a:ea typeface="+mn-ea"/>
              </a:rPr>
              <a:t>=5</a:t>
            </a:r>
            <a:r>
              <a:rPr lang="ja-JP" altLang="en-US" sz="3600" b="1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</a:p>
          <a:p>
            <a:r>
              <a:rPr lang="ja-JP" altLang="en-US" sz="3600" dirty="0">
                <a:latin typeface="+mn-ea"/>
                <a:ea typeface="+mn-ea"/>
              </a:rPr>
              <a:t>print(X_train.shape, y_train.shape)</a:t>
            </a:r>
          </a:p>
          <a:p>
            <a:r>
              <a:rPr lang="ja-JP" altLang="en-US" sz="3600" dirty="0">
                <a:latin typeface="+mn-ea"/>
                <a:ea typeface="+mn-ea"/>
              </a:rPr>
              <a:t>print(X_test.shape, y_test.shape)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572A593-27BE-4B5E-9813-333234E18C54}"/>
              </a:ext>
            </a:extLst>
          </p:cNvPr>
          <p:cNvSpPr/>
          <p:nvPr/>
        </p:nvSpPr>
        <p:spPr>
          <a:xfrm>
            <a:off x="425057" y="8259311"/>
            <a:ext cx="333078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>
                <a:latin typeface="+mn-ea"/>
                <a:ea typeface="+mn-ea"/>
              </a:rPr>
              <a:t>(222,) (222,)</a:t>
            </a:r>
          </a:p>
          <a:p>
            <a:r>
              <a:rPr lang="en-US" altLang="ja-JP" sz="2800" dirty="0">
                <a:latin typeface="+mn-ea"/>
                <a:ea typeface="+mn-ea"/>
              </a:rPr>
              <a:t>(75,) (75,)</a:t>
            </a:r>
            <a:endParaRPr lang="ja-JP" altLang="en-US" sz="2800" dirty="0">
              <a:latin typeface="+mn-ea"/>
              <a:ea typeface="+mn-ea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FB606F6-9A35-4FE0-822D-EADF11FD14CE}"/>
              </a:ext>
            </a:extLst>
          </p:cNvPr>
          <p:cNvSpPr txBox="1"/>
          <p:nvPr/>
        </p:nvSpPr>
        <p:spPr>
          <a:xfrm>
            <a:off x="5116732" y="4391605"/>
            <a:ext cx="79764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>
                <a:solidFill>
                  <a:srgbClr val="0000FF"/>
                </a:solidFill>
                <a:latin typeface="+mn-ea"/>
                <a:ea typeface="+mn-ea"/>
              </a:rPr>
              <a:t>X: </a:t>
            </a:r>
            <a:r>
              <a:rPr lang="ja-JP" altLang="en-US" sz="3600" dirty="0">
                <a:solidFill>
                  <a:srgbClr val="0000FF"/>
                </a:solidFill>
                <a:latin typeface="+mn-ea"/>
                <a:ea typeface="+mn-ea"/>
              </a:rPr>
              <a:t>文書データ </a:t>
            </a:r>
            <a:r>
              <a:rPr lang="en-US" altLang="ja-JP" sz="3600" dirty="0">
                <a:solidFill>
                  <a:srgbClr val="0000FF"/>
                </a:solidFill>
                <a:latin typeface="+mn-ea"/>
                <a:ea typeface="+mn-ea"/>
              </a:rPr>
              <a:t>(1</a:t>
            </a:r>
            <a:r>
              <a:rPr lang="ja-JP" altLang="en-US" sz="3600" dirty="0">
                <a:solidFill>
                  <a:srgbClr val="0000FF"/>
                </a:solidFill>
                <a:latin typeface="+mn-ea"/>
                <a:ea typeface="+mn-ea"/>
              </a:rPr>
              <a:t>文書</a:t>
            </a:r>
            <a:r>
              <a:rPr lang="en-US" altLang="ja-JP" sz="36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ja-JP" altLang="en-US" sz="3600" dirty="0">
                <a:solidFill>
                  <a:srgbClr val="0000FF"/>
                </a:solidFill>
                <a:latin typeface="+mn-ea"/>
                <a:ea typeface="+mn-ea"/>
              </a:rPr>
              <a:t>文字列データ</a:t>
            </a:r>
            <a:r>
              <a:rPr lang="en-US" altLang="ja-JP" sz="3600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</a:p>
          <a:p>
            <a:r>
              <a:rPr kumimoji="1" lang="en-US" altLang="ja-JP" sz="3600" dirty="0">
                <a:solidFill>
                  <a:srgbClr val="0000FF"/>
                </a:solidFill>
                <a:latin typeface="+mn-ea"/>
                <a:ea typeface="+mn-ea"/>
              </a:rPr>
              <a:t>y: </a:t>
            </a:r>
            <a:r>
              <a:rPr kumimoji="1" lang="ja-JP" altLang="en-US" sz="3600" dirty="0">
                <a:solidFill>
                  <a:srgbClr val="0000FF"/>
                </a:solidFill>
                <a:latin typeface="+mn-ea"/>
                <a:ea typeface="+mn-ea"/>
              </a:rPr>
              <a:t>正解の分類ラベル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D76697F-544A-4DAA-AD74-B9C31ED13A5E}"/>
              </a:ext>
            </a:extLst>
          </p:cNvPr>
          <p:cNvSpPr txBox="1"/>
          <p:nvPr/>
        </p:nvSpPr>
        <p:spPr>
          <a:xfrm>
            <a:off x="8883645" y="7142521"/>
            <a:ext cx="7690499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rgbClr val="0000FF"/>
                </a:solidFill>
                <a:latin typeface="+mn-ea"/>
                <a:ea typeface="+mn-ea"/>
              </a:rPr>
              <a:t>X, y</a:t>
            </a:r>
            <a:r>
              <a:rPr lang="ja-JP" altLang="en-US" sz="2800" dirty="0">
                <a:solidFill>
                  <a:srgbClr val="0000FF"/>
                </a:solidFill>
                <a:latin typeface="+mn-ea"/>
                <a:ea typeface="+mn-ea"/>
              </a:rPr>
              <a:t> を、訓練用とテスト用に分割。</a:t>
            </a:r>
            <a:endParaRPr lang="en-US" altLang="ja-JP" sz="2800" dirty="0">
              <a:solidFill>
                <a:srgbClr val="0000FF"/>
              </a:solidFill>
              <a:latin typeface="+mn-ea"/>
              <a:ea typeface="+mn-ea"/>
            </a:endParaRPr>
          </a:p>
          <a:p>
            <a:r>
              <a:rPr lang="ja-JP" altLang="en-US" sz="2800" dirty="0">
                <a:latin typeface="+mn-ea"/>
                <a:ea typeface="+mn-ea"/>
              </a:rPr>
              <a:t>それぞれ </a:t>
            </a:r>
            <a:r>
              <a:rPr lang="en-US" altLang="ja-JP" sz="2800" dirty="0" err="1">
                <a:latin typeface="+mn-ea"/>
                <a:ea typeface="+mn-ea"/>
              </a:rPr>
              <a:t>X_train</a:t>
            </a:r>
            <a:r>
              <a:rPr lang="en-US" altLang="ja-JP" sz="2800" dirty="0">
                <a:latin typeface="+mn-ea"/>
                <a:ea typeface="+mn-ea"/>
              </a:rPr>
              <a:t>, </a:t>
            </a:r>
            <a:r>
              <a:rPr lang="en-US" altLang="ja-JP" sz="2800" dirty="0" err="1">
                <a:latin typeface="+mn-ea"/>
                <a:ea typeface="+mn-ea"/>
              </a:rPr>
              <a:t>X_test</a:t>
            </a:r>
            <a:r>
              <a:rPr lang="en-US" altLang="ja-JP" sz="2800" dirty="0">
                <a:latin typeface="+mn-ea"/>
                <a:ea typeface="+mn-ea"/>
              </a:rPr>
              <a:t>, </a:t>
            </a:r>
            <a:r>
              <a:rPr lang="en-US" altLang="ja-JP" sz="2800" dirty="0" err="1">
                <a:latin typeface="+mn-ea"/>
                <a:ea typeface="+mn-ea"/>
              </a:rPr>
              <a:t>y_train</a:t>
            </a:r>
            <a:r>
              <a:rPr lang="en-US" altLang="ja-JP" sz="2800" dirty="0">
                <a:latin typeface="+mn-ea"/>
                <a:ea typeface="+mn-ea"/>
              </a:rPr>
              <a:t>, </a:t>
            </a:r>
            <a:r>
              <a:rPr lang="en-US" altLang="ja-JP" sz="2800" dirty="0" err="1">
                <a:latin typeface="+mn-ea"/>
                <a:ea typeface="+mn-ea"/>
              </a:rPr>
              <a:t>y_test</a:t>
            </a:r>
            <a:r>
              <a:rPr lang="en-US" altLang="ja-JP" sz="2800" dirty="0">
                <a:latin typeface="+mn-ea"/>
                <a:ea typeface="+mn-ea"/>
              </a:rPr>
              <a:t> </a:t>
            </a:r>
            <a:r>
              <a:rPr lang="ja-JP" altLang="en-US" sz="2800" dirty="0">
                <a:latin typeface="+mn-ea"/>
                <a:ea typeface="+mn-ea"/>
              </a:rPr>
              <a:t>に格納。</a:t>
            </a:r>
            <a:r>
              <a:rPr lang="en-US" altLang="ja-JP" sz="2800" dirty="0">
                <a:latin typeface="+mn-ea"/>
                <a:ea typeface="+mn-ea"/>
              </a:rPr>
              <a:t>(</a:t>
            </a:r>
            <a:r>
              <a:rPr lang="ja-JP" altLang="en-US" sz="2800" dirty="0">
                <a:latin typeface="+mn-ea"/>
                <a:ea typeface="+mn-ea"/>
              </a:rPr>
              <a:t>テスト用データ数の割合が </a:t>
            </a:r>
            <a:r>
              <a:rPr lang="en-US" altLang="ja-JP" sz="2800" dirty="0">
                <a:solidFill>
                  <a:srgbClr val="FF00FF"/>
                </a:solidFill>
                <a:latin typeface="+mn-ea"/>
                <a:ea typeface="+mn-ea"/>
              </a:rPr>
              <a:t>0.25</a:t>
            </a:r>
            <a:r>
              <a:rPr lang="en-US" altLang="ja-JP" sz="2800" dirty="0">
                <a:latin typeface="+mn-ea"/>
                <a:ea typeface="+mn-ea"/>
              </a:rPr>
              <a:t> (=1/4) </a:t>
            </a:r>
            <a:r>
              <a:rPr lang="ja-JP" altLang="en-US" sz="2800" dirty="0">
                <a:latin typeface="+mn-ea"/>
                <a:ea typeface="+mn-ea"/>
              </a:rPr>
              <a:t>になるようにする</a:t>
            </a:r>
            <a:r>
              <a:rPr lang="en-US" altLang="ja-JP" sz="2800" dirty="0">
                <a:latin typeface="+mn-ea"/>
                <a:ea typeface="+mn-ea"/>
              </a:rPr>
              <a:t>)</a:t>
            </a:r>
            <a:endParaRPr kumimoji="1" lang="ja-JP" altLang="en-US" sz="2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19495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3DB5B22-14FA-4993-B065-81279AD992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 dirty="0"/>
              <a:t>Copyright © by INIAD</a:t>
            </a:r>
            <a:endParaRPr lang="en-US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AEDDFAE-1367-48FE-84D2-79391727F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62AD30C-4FD0-4E41-9633-AA73C86D07D0}" type="slidenum">
              <a:rPr lang="ja-JP" altLang="en-US" smtClean="0"/>
              <a:pPr>
                <a:defRPr/>
              </a:pPr>
              <a:t>4</a:t>
            </a:fld>
            <a:endParaRPr lang="en-US" altLang="ja-JP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E540E4E-02D4-4DB0-9ADC-B100679D3396}"/>
              </a:ext>
            </a:extLst>
          </p:cNvPr>
          <p:cNvSpPr/>
          <p:nvPr/>
        </p:nvSpPr>
        <p:spPr>
          <a:xfrm>
            <a:off x="561263" y="858319"/>
            <a:ext cx="10827424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3600" dirty="0">
                <a:latin typeface="+mn-ea"/>
                <a:ea typeface="+mn-ea"/>
              </a:rPr>
              <a:t>vectorizer = </a:t>
            </a:r>
            <a:r>
              <a:rPr lang="en-US" altLang="ja-JP" sz="3600" dirty="0" err="1">
                <a:latin typeface="+mn-ea"/>
                <a:ea typeface="+mn-ea"/>
              </a:rPr>
              <a:t>CountVectorizer</a:t>
            </a:r>
            <a:r>
              <a:rPr lang="en-US" altLang="ja-JP" sz="3600" dirty="0">
                <a:latin typeface="+mn-ea"/>
                <a:ea typeface="+mn-ea"/>
              </a:rPr>
              <a:t>()</a:t>
            </a:r>
          </a:p>
          <a:p>
            <a:r>
              <a:rPr lang="en-US" altLang="ja-JP" sz="3600" dirty="0" err="1">
                <a:latin typeface="+mn-ea"/>
                <a:ea typeface="+mn-ea"/>
              </a:rPr>
              <a:t>vectorizer.fit</a:t>
            </a:r>
            <a:r>
              <a:rPr lang="en-US" altLang="ja-JP" sz="3600" dirty="0">
                <a:latin typeface="+mn-ea"/>
                <a:ea typeface="+mn-ea"/>
              </a:rPr>
              <a:t>(</a:t>
            </a:r>
            <a:r>
              <a:rPr lang="en-US" altLang="ja-JP" sz="3600" dirty="0" err="1">
                <a:latin typeface="+mn-ea"/>
                <a:ea typeface="+mn-ea"/>
              </a:rPr>
              <a:t>X_train</a:t>
            </a:r>
            <a:r>
              <a:rPr lang="en-US" altLang="ja-JP" sz="3600" dirty="0">
                <a:latin typeface="+mn-ea"/>
                <a:ea typeface="+mn-ea"/>
              </a:rPr>
              <a:t>)</a:t>
            </a:r>
          </a:p>
          <a:p>
            <a:r>
              <a:rPr lang="en-US" altLang="ja-JP" sz="3600" dirty="0">
                <a:latin typeface="+mn-ea"/>
                <a:ea typeface="+mn-ea"/>
              </a:rPr>
              <a:t>vocab = </a:t>
            </a:r>
            <a:r>
              <a:rPr lang="en-US" altLang="ja-JP" sz="3600" dirty="0" err="1">
                <a:latin typeface="+mn-ea"/>
                <a:ea typeface="+mn-ea"/>
              </a:rPr>
              <a:t>vectorizer.get_feature_names_out</a:t>
            </a:r>
            <a:r>
              <a:rPr lang="en-US" altLang="ja-JP" sz="3600" dirty="0">
                <a:latin typeface="+mn-ea"/>
                <a:ea typeface="+mn-ea"/>
              </a:rPr>
              <a:t>()</a:t>
            </a:r>
          </a:p>
          <a:p>
            <a:r>
              <a:rPr lang="en-US" altLang="ja-JP" sz="3600" dirty="0">
                <a:latin typeface="+mn-ea"/>
                <a:ea typeface="+mn-ea"/>
              </a:rPr>
              <a:t>print('Vocabulary size:', </a:t>
            </a:r>
            <a:r>
              <a:rPr lang="en-US" altLang="ja-JP" sz="3600" dirty="0" err="1">
                <a:latin typeface="+mn-ea"/>
                <a:ea typeface="+mn-ea"/>
              </a:rPr>
              <a:t>len</a:t>
            </a:r>
            <a:r>
              <a:rPr lang="en-US" altLang="ja-JP" sz="3600" dirty="0">
                <a:latin typeface="+mn-ea"/>
                <a:ea typeface="+mn-ea"/>
              </a:rPr>
              <a:t>(vocab))</a:t>
            </a:r>
          </a:p>
          <a:p>
            <a:r>
              <a:rPr lang="en-US" altLang="ja-JP" sz="3600" dirty="0">
                <a:latin typeface="+mn-ea"/>
                <a:ea typeface="+mn-ea"/>
              </a:rPr>
              <a:t>print(vocab[:10])  # debug</a:t>
            </a:r>
            <a:endParaRPr lang="ja-JP" altLang="en-US" sz="3600" dirty="0">
              <a:latin typeface="+mn-ea"/>
              <a:ea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9FF0D71-37A0-496C-9745-39F2DBB0A3C8}"/>
              </a:ext>
            </a:extLst>
          </p:cNvPr>
          <p:cNvSpPr/>
          <p:nvPr/>
        </p:nvSpPr>
        <p:spPr>
          <a:xfrm>
            <a:off x="663747" y="4087462"/>
            <a:ext cx="1396955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3200" dirty="0">
                <a:latin typeface="+mn-ea"/>
                <a:ea typeface="+mn-ea"/>
              </a:rPr>
              <a:t>Vocabulary size: 8061</a:t>
            </a:r>
          </a:p>
          <a:p>
            <a:r>
              <a:rPr lang="en-US" altLang="ja-JP" sz="3200" dirty="0">
                <a:latin typeface="+mn-ea"/>
                <a:ea typeface="+mn-ea"/>
              </a:rPr>
              <a:t>['00', '000', '000000', '0020', '0028', '005', '0065', '01', '02', '02138']</a:t>
            </a:r>
            <a:endParaRPr lang="ja-JP" altLang="en-US" sz="3200" dirty="0">
              <a:latin typeface="+mn-ea"/>
              <a:ea typeface="+mn-ea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EB89FEF-3F8D-4839-A434-603C82262EE1}"/>
              </a:ext>
            </a:extLst>
          </p:cNvPr>
          <p:cNvSpPr/>
          <p:nvPr/>
        </p:nvSpPr>
        <p:spPr>
          <a:xfrm>
            <a:off x="1018891" y="5353201"/>
            <a:ext cx="450114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4400" b="1" dirty="0">
                <a:latin typeface="+mn-ea"/>
                <a:ea typeface="+mn-ea"/>
              </a:rPr>
              <a:t>Ans1. 8061</a:t>
            </a:r>
            <a:endParaRPr lang="ja-JP" altLang="en-US" sz="4400" b="1" dirty="0">
              <a:latin typeface="+mn-ea"/>
              <a:ea typeface="+mn-ea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E95E2AD-D2F3-4680-9051-F4F4676C5A2A}"/>
              </a:ext>
            </a:extLst>
          </p:cNvPr>
          <p:cNvSpPr txBox="1"/>
          <p:nvPr/>
        </p:nvSpPr>
        <p:spPr>
          <a:xfrm>
            <a:off x="10996676" y="1975196"/>
            <a:ext cx="5314275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4000" dirty="0">
                <a:solidFill>
                  <a:srgbClr val="0000FF"/>
                </a:solidFill>
                <a:latin typeface="+mn-ea"/>
                <a:ea typeface="+mn-ea"/>
              </a:rPr>
              <a:t>考慮する単語群の取得</a:t>
            </a:r>
            <a:endParaRPr kumimoji="1" lang="ja-JP" altLang="en-US" sz="40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49154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2EAD7E8-C5AE-45EF-B086-7F2C3EE176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dirty="0"/>
              <a:t>Copyright © by INIAD</a:t>
            </a:r>
            <a:endParaRPr lang="en-US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3C0A5EB-44A6-4BF1-9F2D-7BFF88127B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62AD30C-4FD0-4E41-9633-AA73C86D07D0}" type="slidenum">
              <a:rPr lang="ja-JP" altLang="en-US" smtClean="0"/>
              <a:pPr>
                <a:defRPr/>
              </a:pPr>
              <a:t>5</a:t>
            </a:fld>
            <a:endParaRPr lang="en-US" altLang="ja-JP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8E91E91-1607-4D49-8D37-FAC95038BB6A}"/>
              </a:ext>
            </a:extLst>
          </p:cNvPr>
          <p:cNvSpPr/>
          <p:nvPr/>
        </p:nvSpPr>
        <p:spPr>
          <a:xfrm>
            <a:off x="466669" y="673653"/>
            <a:ext cx="10899211" cy="34163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3600" dirty="0">
                <a:latin typeface="+mn-ea"/>
                <a:ea typeface="+mn-ea"/>
              </a:rPr>
              <a:t>X_train_bow = vectorizer.transform(X_train)</a:t>
            </a:r>
          </a:p>
          <a:p>
            <a:r>
              <a:rPr lang="ja-JP" altLang="en-US" sz="3600" dirty="0">
                <a:latin typeface="+mn-ea"/>
                <a:ea typeface="+mn-ea"/>
              </a:rPr>
              <a:t>X_test_bow = vectorizer.transform(X_test)</a:t>
            </a:r>
          </a:p>
          <a:p>
            <a:r>
              <a:rPr lang="ja-JP" altLang="en-US" sz="3600" dirty="0">
                <a:latin typeface="+mn-ea"/>
                <a:ea typeface="+mn-ea"/>
              </a:rPr>
              <a:t>print('X_train_bow:')</a:t>
            </a:r>
          </a:p>
          <a:p>
            <a:r>
              <a:rPr lang="ja-JP" altLang="en-US" sz="3600" dirty="0">
                <a:latin typeface="+mn-ea"/>
                <a:ea typeface="+mn-ea"/>
              </a:rPr>
              <a:t>print(repr(X_train_bow))</a:t>
            </a:r>
          </a:p>
          <a:p>
            <a:r>
              <a:rPr lang="ja-JP" altLang="en-US" sz="3600" dirty="0">
                <a:latin typeface="+mn-ea"/>
                <a:ea typeface="+mn-ea"/>
              </a:rPr>
              <a:t>print('X_test_bow:')</a:t>
            </a:r>
          </a:p>
          <a:p>
            <a:r>
              <a:rPr lang="ja-JP" altLang="en-US" sz="3600" dirty="0">
                <a:latin typeface="+mn-ea"/>
                <a:ea typeface="+mn-ea"/>
              </a:rPr>
              <a:t>print(repr(X_test_bow))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B92E8AC-8900-40C5-A85B-1132CC36D49A}"/>
              </a:ext>
            </a:extLst>
          </p:cNvPr>
          <p:cNvSpPr txBox="1"/>
          <p:nvPr/>
        </p:nvSpPr>
        <p:spPr>
          <a:xfrm>
            <a:off x="11619231" y="935405"/>
            <a:ext cx="2885726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ja-JP" sz="4000" dirty="0" err="1">
                <a:solidFill>
                  <a:srgbClr val="0000FF"/>
                </a:solidFill>
                <a:latin typeface="+mn-ea"/>
                <a:ea typeface="+mn-ea"/>
              </a:rPr>
              <a:t>BoW</a:t>
            </a:r>
            <a:r>
              <a:rPr lang="ja-JP" altLang="en-US" sz="4000" dirty="0">
                <a:solidFill>
                  <a:srgbClr val="0000FF"/>
                </a:solidFill>
                <a:latin typeface="+mn-ea"/>
                <a:ea typeface="+mn-ea"/>
              </a:rPr>
              <a:t>の計算</a:t>
            </a:r>
            <a:endParaRPr kumimoji="1" lang="ja-JP" altLang="en-US" sz="40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4AD620B-1BE9-4CEA-8EE7-5E7C9039751C}"/>
              </a:ext>
            </a:extLst>
          </p:cNvPr>
          <p:cNvSpPr/>
          <p:nvPr/>
        </p:nvSpPr>
        <p:spPr>
          <a:xfrm>
            <a:off x="466670" y="4254630"/>
            <a:ext cx="8686800" cy="17543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altLang="ja-JP" sz="3600" dirty="0">
                <a:latin typeface="+mn-ea"/>
                <a:ea typeface="+mn-ea"/>
              </a:rPr>
              <a:t>model = </a:t>
            </a:r>
            <a:r>
              <a:rPr lang="en-US" altLang="ja-JP" sz="3600" dirty="0" err="1">
                <a:latin typeface="+mn-ea"/>
                <a:ea typeface="+mn-ea"/>
              </a:rPr>
              <a:t>MultinomialNB</a:t>
            </a:r>
            <a:r>
              <a:rPr lang="en-US" altLang="ja-JP" sz="3600" dirty="0">
                <a:latin typeface="+mn-ea"/>
                <a:ea typeface="+mn-ea"/>
              </a:rPr>
              <a:t>(alpha=1.0)</a:t>
            </a:r>
          </a:p>
          <a:p>
            <a:r>
              <a:rPr lang="en-US" altLang="ja-JP" sz="3600" dirty="0" err="1">
                <a:latin typeface="+mn-ea"/>
                <a:ea typeface="+mn-ea"/>
              </a:rPr>
              <a:t>model.fit</a:t>
            </a:r>
            <a:r>
              <a:rPr lang="en-US" altLang="ja-JP" sz="3600" dirty="0">
                <a:latin typeface="+mn-ea"/>
                <a:ea typeface="+mn-ea"/>
              </a:rPr>
              <a:t>(</a:t>
            </a:r>
            <a:r>
              <a:rPr lang="en-US" altLang="ja-JP" sz="3600" dirty="0" err="1">
                <a:latin typeface="+mn-ea"/>
                <a:ea typeface="+mn-ea"/>
              </a:rPr>
              <a:t>X_train_bow</a:t>
            </a:r>
            <a:r>
              <a:rPr lang="en-US" altLang="ja-JP" sz="3600" dirty="0">
                <a:latin typeface="+mn-ea"/>
                <a:ea typeface="+mn-ea"/>
              </a:rPr>
              <a:t>, </a:t>
            </a:r>
            <a:r>
              <a:rPr lang="en-US" altLang="ja-JP" sz="3600" dirty="0" err="1">
                <a:latin typeface="+mn-ea"/>
                <a:ea typeface="+mn-ea"/>
              </a:rPr>
              <a:t>y_train</a:t>
            </a:r>
            <a:r>
              <a:rPr lang="en-US" altLang="ja-JP" sz="3600" dirty="0">
                <a:latin typeface="+mn-ea"/>
                <a:ea typeface="+mn-ea"/>
              </a:rPr>
              <a:t>)</a:t>
            </a:r>
          </a:p>
          <a:p>
            <a:r>
              <a:rPr lang="en-US" altLang="ja-JP" sz="3600" dirty="0">
                <a:latin typeface="+mn-ea"/>
                <a:ea typeface="+mn-ea"/>
              </a:rPr>
              <a:t>print(</a:t>
            </a:r>
            <a:r>
              <a:rPr lang="en-US" altLang="ja-JP" sz="3600" dirty="0" err="1">
                <a:latin typeface="+mn-ea"/>
                <a:ea typeface="+mn-ea"/>
              </a:rPr>
              <a:t>model.classes</a:t>
            </a:r>
            <a:r>
              <a:rPr lang="en-US" altLang="ja-JP" sz="3600" dirty="0">
                <a:latin typeface="+mn-ea"/>
                <a:ea typeface="+mn-ea"/>
              </a:rPr>
              <a:t>_)</a:t>
            </a:r>
            <a:endParaRPr lang="ja-JP" altLang="en-US" sz="3600" dirty="0">
              <a:latin typeface="+mn-ea"/>
              <a:ea typeface="+mn-ea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3DB1472-8747-4817-8000-E6BC7AF87A4F}"/>
              </a:ext>
            </a:extLst>
          </p:cNvPr>
          <p:cNvSpPr txBox="1"/>
          <p:nvPr/>
        </p:nvSpPr>
        <p:spPr>
          <a:xfrm>
            <a:off x="9469866" y="4587750"/>
            <a:ext cx="5827236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4000" dirty="0">
                <a:solidFill>
                  <a:srgbClr val="0000FF"/>
                </a:solidFill>
                <a:latin typeface="+mn-ea"/>
                <a:ea typeface="+mn-ea"/>
              </a:rPr>
              <a:t>単純ベイズ分類器の学習</a:t>
            </a:r>
            <a:endParaRPr kumimoji="1" lang="ja-JP" altLang="en-US" sz="40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8C72354-3988-44A4-B738-8ACFB4ECE051}"/>
              </a:ext>
            </a:extLst>
          </p:cNvPr>
          <p:cNvSpPr/>
          <p:nvPr/>
        </p:nvSpPr>
        <p:spPr>
          <a:xfrm>
            <a:off x="435140" y="6173503"/>
            <a:ext cx="11466549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ja-JP" sz="3600" dirty="0">
                <a:latin typeface="+mn-ea"/>
                <a:ea typeface="+mn-ea"/>
              </a:rPr>
              <a:t>train_score = model.score(X_train_bow, y_train)</a:t>
            </a:r>
          </a:p>
          <a:p>
            <a:r>
              <a:rPr lang="fr-FR" altLang="ja-JP" sz="3600" dirty="0">
                <a:latin typeface="+mn-ea"/>
                <a:ea typeface="+mn-ea"/>
              </a:rPr>
              <a:t>print('Train accuracy:', train_score)</a:t>
            </a:r>
            <a:endParaRPr lang="ja-JP" altLang="en-US" sz="3600" dirty="0">
              <a:latin typeface="+mn-ea"/>
              <a:ea typeface="+mn-ea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BB2F52A-2D0C-4331-B420-0283AAF6280C}"/>
              </a:ext>
            </a:extLst>
          </p:cNvPr>
          <p:cNvSpPr txBox="1"/>
          <p:nvPr/>
        </p:nvSpPr>
        <p:spPr>
          <a:xfrm>
            <a:off x="9653797" y="6915792"/>
            <a:ext cx="6853158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4000" dirty="0">
                <a:solidFill>
                  <a:srgbClr val="0000FF"/>
                </a:solidFill>
                <a:latin typeface="+mn-ea"/>
                <a:ea typeface="+mn-ea"/>
              </a:rPr>
              <a:t>訓練データに対する予測精度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0BCBE8B-1400-4987-B914-DEE21E819E53}"/>
              </a:ext>
            </a:extLst>
          </p:cNvPr>
          <p:cNvSpPr/>
          <p:nvPr/>
        </p:nvSpPr>
        <p:spPr>
          <a:xfrm>
            <a:off x="372077" y="7655461"/>
            <a:ext cx="909253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3600" dirty="0">
                <a:latin typeface="+mn-ea"/>
                <a:ea typeface="+mn-ea"/>
              </a:rPr>
              <a:t>['baseball' 'electronics' 'space']</a:t>
            </a:r>
          </a:p>
          <a:p>
            <a:r>
              <a:rPr lang="en-US" altLang="ja-JP" sz="3600" dirty="0">
                <a:latin typeface="+mn-ea"/>
                <a:ea typeface="+mn-ea"/>
              </a:rPr>
              <a:t>Train accuracy: 0.9864864864864865</a:t>
            </a:r>
            <a:endParaRPr lang="ja-JP" altLang="en-US" sz="3600" dirty="0">
              <a:latin typeface="+mn-ea"/>
              <a:ea typeface="+mn-ea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606C39C-8985-4A6F-97BD-27C360FB127E}"/>
              </a:ext>
            </a:extLst>
          </p:cNvPr>
          <p:cNvSpPr/>
          <p:nvPr/>
        </p:nvSpPr>
        <p:spPr>
          <a:xfrm>
            <a:off x="9469209" y="8285587"/>
            <a:ext cx="450114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4400" b="1" dirty="0">
                <a:latin typeface="+mn-ea"/>
                <a:ea typeface="+mn-ea"/>
              </a:rPr>
              <a:t>Ans2. 98.6%</a:t>
            </a:r>
            <a:endParaRPr lang="ja-JP" altLang="en-US" sz="4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5003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8CF1249-D710-4A48-9104-81ABBAF8CB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dirty="0"/>
              <a:t>Copyright © by INIAD</a:t>
            </a:r>
            <a:endParaRPr lang="en-US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B5ECECF-A171-4DE2-8CA2-D0A7E4F35A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62AD30C-4FD0-4E41-9633-AA73C86D07D0}" type="slidenum">
              <a:rPr lang="ja-JP" altLang="en-US" smtClean="0"/>
              <a:pPr>
                <a:defRPr/>
              </a:pPr>
              <a:t>6</a:t>
            </a:fld>
            <a:endParaRPr lang="en-US" altLang="ja-JP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D009C9F-F110-45C4-9BFA-062F62C70839}"/>
              </a:ext>
            </a:extLst>
          </p:cNvPr>
          <p:cNvSpPr/>
          <p:nvPr/>
        </p:nvSpPr>
        <p:spPr>
          <a:xfrm>
            <a:off x="498202" y="772766"/>
            <a:ext cx="9940521" cy="34163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3600" dirty="0" err="1">
                <a:latin typeface="+mn-ea"/>
                <a:ea typeface="+mn-ea"/>
              </a:rPr>
              <a:t>y_test_pred</a:t>
            </a:r>
            <a:r>
              <a:rPr lang="en-US" altLang="ja-JP" sz="3600" dirty="0">
                <a:latin typeface="+mn-ea"/>
                <a:ea typeface="+mn-ea"/>
              </a:rPr>
              <a:t> = </a:t>
            </a:r>
            <a:r>
              <a:rPr lang="en-US" altLang="ja-JP" sz="3600" dirty="0" err="1">
                <a:latin typeface="+mn-ea"/>
                <a:ea typeface="+mn-ea"/>
              </a:rPr>
              <a:t>model.predict</a:t>
            </a:r>
            <a:r>
              <a:rPr lang="en-US" altLang="ja-JP" sz="3600" dirty="0">
                <a:latin typeface="+mn-ea"/>
                <a:ea typeface="+mn-ea"/>
              </a:rPr>
              <a:t>(</a:t>
            </a:r>
            <a:r>
              <a:rPr lang="en-US" altLang="ja-JP" sz="3600" dirty="0" err="1">
                <a:latin typeface="+mn-ea"/>
                <a:ea typeface="+mn-ea"/>
              </a:rPr>
              <a:t>X_test_bow</a:t>
            </a:r>
            <a:r>
              <a:rPr lang="en-US" altLang="ja-JP" sz="3600" dirty="0">
                <a:latin typeface="+mn-ea"/>
                <a:ea typeface="+mn-ea"/>
              </a:rPr>
              <a:t>)</a:t>
            </a:r>
          </a:p>
          <a:p>
            <a:r>
              <a:rPr lang="en-US" altLang="ja-JP" sz="3600" dirty="0" err="1">
                <a:latin typeface="+mn-ea"/>
                <a:ea typeface="+mn-ea"/>
              </a:rPr>
              <a:t>df_pred</a:t>
            </a:r>
            <a:r>
              <a:rPr lang="en-US" altLang="ja-JP" sz="3600" dirty="0">
                <a:latin typeface="+mn-ea"/>
                <a:ea typeface="+mn-ea"/>
              </a:rPr>
              <a:t> = </a:t>
            </a:r>
            <a:r>
              <a:rPr lang="en-US" altLang="ja-JP" sz="3600" dirty="0" err="1">
                <a:latin typeface="+mn-ea"/>
                <a:ea typeface="+mn-ea"/>
              </a:rPr>
              <a:t>pd.DataFrame</a:t>
            </a:r>
            <a:r>
              <a:rPr lang="en-US" altLang="ja-JP" sz="3600" dirty="0">
                <a:latin typeface="+mn-ea"/>
                <a:ea typeface="+mn-ea"/>
              </a:rPr>
              <a:t>({</a:t>
            </a:r>
          </a:p>
          <a:p>
            <a:r>
              <a:rPr lang="en-US" altLang="ja-JP" sz="3600" dirty="0">
                <a:latin typeface="+mn-ea"/>
                <a:ea typeface="+mn-ea"/>
              </a:rPr>
              <a:t>                      '</a:t>
            </a:r>
            <a:r>
              <a:rPr lang="en-US" altLang="ja-JP" sz="3600" dirty="0" err="1">
                <a:latin typeface="+mn-ea"/>
                <a:ea typeface="+mn-ea"/>
              </a:rPr>
              <a:t>pred</a:t>
            </a:r>
            <a:r>
              <a:rPr lang="en-US" altLang="ja-JP" sz="3600" dirty="0">
                <a:latin typeface="+mn-ea"/>
                <a:ea typeface="+mn-ea"/>
              </a:rPr>
              <a:t>': </a:t>
            </a:r>
            <a:r>
              <a:rPr lang="en-US" altLang="ja-JP" sz="3600" dirty="0" err="1">
                <a:latin typeface="+mn-ea"/>
                <a:ea typeface="+mn-ea"/>
              </a:rPr>
              <a:t>y_test_pred</a:t>
            </a:r>
            <a:r>
              <a:rPr lang="en-US" altLang="ja-JP" sz="3600" dirty="0">
                <a:latin typeface="+mn-ea"/>
                <a:ea typeface="+mn-ea"/>
              </a:rPr>
              <a:t>,</a:t>
            </a:r>
          </a:p>
          <a:p>
            <a:r>
              <a:rPr lang="en-US" altLang="ja-JP" sz="3600" dirty="0">
                <a:latin typeface="+mn-ea"/>
                <a:ea typeface="+mn-ea"/>
              </a:rPr>
              <a:t>                      'true': </a:t>
            </a:r>
            <a:r>
              <a:rPr lang="en-US" altLang="ja-JP" sz="3600" dirty="0" err="1">
                <a:latin typeface="+mn-ea"/>
                <a:ea typeface="+mn-ea"/>
              </a:rPr>
              <a:t>y_test</a:t>
            </a:r>
            <a:endParaRPr lang="en-US" altLang="ja-JP" sz="3600" dirty="0">
              <a:latin typeface="+mn-ea"/>
              <a:ea typeface="+mn-ea"/>
            </a:endParaRPr>
          </a:p>
          <a:p>
            <a:r>
              <a:rPr lang="en-US" altLang="ja-JP" sz="3600" dirty="0">
                <a:latin typeface="+mn-ea"/>
                <a:ea typeface="+mn-ea"/>
              </a:rPr>
              <a:t>                }).</a:t>
            </a:r>
            <a:r>
              <a:rPr lang="en-US" altLang="ja-JP" sz="3600" dirty="0" err="1">
                <a:latin typeface="+mn-ea"/>
                <a:ea typeface="+mn-ea"/>
              </a:rPr>
              <a:t>reset_index</a:t>
            </a:r>
            <a:r>
              <a:rPr lang="en-US" altLang="ja-JP" sz="3600" dirty="0">
                <a:latin typeface="+mn-ea"/>
                <a:ea typeface="+mn-ea"/>
              </a:rPr>
              <a:t>(drop=True)</a:t>
            </a:r>
          </a:p>
          <a:p>
            <a:r>
              <a:rPr lang="en-US" altLang="ja-JP" sz="3600" dirty="0">
                <a:latin typeface="+mn-ea"/>
                <a:ea typeface="+mn-ea"/>
              </a:rPr>
              <a:t>display(</a:t>
            </a:r>
            <a:r>
              <a:rPr lang="en-US" altLang="ja-JP" sz="3600" dirty="0" err="1">
                <a:latin typeface="+mn-ea"/>
                <a:ea typeface="+mn-ea"/>
              </a:rPr>
              <a:t>df_pred.head</a:t>
            </a:r>
            <a:r>
              <a:rPr lang="en-US" altLang="ja-JP" sz="3600" dirty="0">
                <a:latin typeface="+mn-ea"/>
                <a:ea typeface="+mn-ea"/>
              </a:rPr>
              <a:t>())</a:t>
            </a:r>
            <a:endParaRPr lang="ja-JP" altLang="en-US" sz="3600" dirty="0">
              <a:latin typeface="+mn-ea"/>
              <a:ea typeface="+mn-ea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32CF6E7-7AC4-4270-B38D-C93429649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127" y="4543242"/>
            <a:ext cx="4104456" cy="410445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AA79BD-4178-49AA-AA95-D9F5B81334C3}"/>
              </a:ext>
            </a:extLst>
          </p:cNvPr>
          <p:cNvSpPr txBox="1"/>
          <p:nvPr/>
        </p:nvSpPr>
        <p:spPr>
          <a:xfrm>
            <a:off x="9962167" y="1500883"/>
            <a:ext cx="4018181" cy="193899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4000" dirty="0" err="1">
                <a:solidFill>
                  <a:srgbClr val="0000FF"/>
                </a:solidFill>
                <a:latin typeface="+mn-ea"/>
                <a:ea typeface="+mn-ea"/>
              </a:rPr>
              <a:t>X_test_bow</a:t>
            </a:r>
            <a:r>
              <a:rPr kumimoji="1" lang="ja-JP" altLang="en-US" sz="4000" dirty="0">
                <a:solidFill>
                  <a:srgbClr val="0000FF"/>
                </a:solidFill>
                <a:latin typeface="+mn-ea"/>
                <a:ea typeface="+mn-ea"/>
              </a:rPr>
              <a:t>を入力したときの</a:t>
            </a:r>
            <a:r>
              <a:rPr lang="ja-JP" altLang="en-US" sz="4000" dirty="0">
                <a:solidFill>
                  <a:srgbClr val="0000FF"/>
                </a:solidFill>
                <a:latin typeface="+mn-ea"/>
                <a:ea typeface="+mn-ea"/>
              </a:rPr>
              <a:t>予測結果</a:t>
            </a:r>
            <a:endParaRPr kumimoji="1" lang="ja-JP" altLang="en-US" sz="40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CC0F7B4-C8AB-4871-9BD7-05D0964610E9}"/>
              </a:ext>
            </a:extLst>
          </p:cNvPr>
          <p:cNvSpPr txBox="1"/>
          <p:nvPr/>
        </p:nvSpPr>
        <p:spPr>
          <a:xfrm>
            <a:off x="5943986" y="5364868"/>
            <a:ext cx="9477149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4000" dirty="0" err="1">
                <a:solidFill>
                  <a:srgbClr val="0000FF"/>
                </a:solidFill>
                <a:latin typeface="+mn-ea"/>
                <a:ea typeface="+mn-ea"/>
              </a:rPr>
              <a:t>pred</a:t>
            </a:r>
            <a:r>
              <a:rPr kumimoji="1" lang="en-US" altLang="ja-JP" sz="4000" dirty="0">
                <a:solidFill>
                  <a:srgbClr val="0000FF"/>
                </a:solidFill>
                <a:latin typeface="+mn-ea"/>
                <a:ea typeface="+mn-ea"/>
              </a:rPr>
              <a:t>: </a:t>
            </a:r>
            <a:r>
              <a:rPr kumimoji="1" lang="ja-JP" altLang="en-US" sz="4000" dirty="0">
                <a:solidFill>
                  <a:srgbClr val="0000FF"/>
                </a:solidFill>
                <a:latin typeface="+mn-ea"/>
                <a:ea typeface="+mn-ea"/>
              </a:rPr>
              <a:t>予測結果</a:t>
            </a:r>
            <a:endParaRPr kumimoji="1" lang="en-US" altLang="ja-JP" sz="4000" dirty="0">
              <a:solidFill>
                <a:srgbClr val="0000FF"/>
              </a:solidFill>
              <a:latin typeface="+mn-ea"/>
              <a:ea typeface="+mn-ea"/>
            </a:endParaRPr>
          </a:p>
          <a:p>
            <a:r>
              <a:rPr lang="en-US" altLang="ja-JP" sz="4000" dirty="0">
                <a:solidFill>
                  <a:srgbClr val="0000FF"/>
                </a:solidFill>
                <a:latin typeface="+mn-ea"/>
                <a:ea typeface="+mn-ea"/>
              </a:rPr>
              <a:t>true: </a:t>
            </a:r>
            <a:r>
              <a:rPr lang="ja-JP" altLang="en-US" sz="4000" dirty="0">
                <a:solidFill>
                  <a:srgbClr val="0000FF"/>
                </a:solidFill>
                <a:latin typeface="+mn-ea"/>
                <a:ea typeface="+mn-ea"/>
              </a:rPr>
              <a:t>真のクラス</a:t>
            </a:r>
            <a:r>
              <a:rPr lang="en-US" altLang="ja-JP" sz="4000" dirty="0">
                <a:solidFill>
                  <a:srgbClr val="0000FF"/>
                </a:solidFill>
                <a:latin typeface="+mn-ea"/>
                <a:ea typeface="+mn-ea"/>
              </a:rPr>
              <a:t>(</a:t>
            </a:r>
            <a:r>
              <a:rPr lang="ja-JP" altLang="en-US" sz="4000" dirty="0">
                <a:solidFill>
                  <a:srgbClr val="0000FF"/>
                </a:solidFill>
                <a:latin typeface="+mn-ea"/>
                <a:ea typeface="+mn-ea"/>
              </a:rPr>
              <a:t>カテゴリー</a:t>
            </a:r>
            <a:r>
              <a:rPr lang="en-US" altLang="ja-JP" sz="4000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  <a:r>
              <a:rPr lang="ja-JP" altLang="en-US" sz="4000" dirty="0">
                <a:solidFill>
                  <a:srgbClr val="0000FF"/>
                </a:solidFill>
                <a:latin typeface="+mn-ea"/>
                <a:ea typeface="+mn-ea"/>
              </a:rPr>
              <a:t>ラベル</a:t>
            </a:r>
            <a:endParaRPr kumimoji="1" lang="ja-JP" altLang="en-US" sz="40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6240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75437E6-60D8-4C2D-9715-33E33DEFE8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dirty="0"/>
              <a:t>Copyright © by INIAD</a:t>
            </a:r>
            <a:endParaRPr lang="en-US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334A64F-DBBC-4AAE-89E6-32402A10FB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62AD30C-4FD0-4E41-9633-AA73C86D07D0}" type="slidenum">
              <a:rPr lang="ja-JP" altLang="en-US" smtClean="0"/>
              <a:pPr>
                <a:defRPr/>
              </a:pPr>
              <a:t>7</a:t>
            </a:fld>
            <a:endParaRPr lang="en-US" altLang="ja-JP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6465F36-B168-4E7B-A1AB-F360ACCA5A47}"/>
              </a:ext>
            </a:extLst>
          </p:cNvPr>
          <p:cNvSpPr/>
          <p:nvPr/>
        </p:nvSpPr>
        <p:spPr>
          <a:xfrm>
            <a:off x="489465" y="1025304"/>
            <a:ext cx="13869663" cy="13234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4000" dirty="0" err="1">
                <a:latin typeface="+mn-ea"/>
                <a:ea typeface="+mn-ea"/>
              </a:rPr>
              <a:t>ctab</a:t>
            </a:r>
            <a:r>
              <a:rPr lang="en-US" altLang="ja-JP" sz="4000" dirty="0">
                <a:latin typeface="+mn-ea"/>
                <a:ea typeface="+mn-ea"/>
              </a:rPr>
              <a:t> = </a:t>
            </a:r>
            <a:r>
              <a:rPr lang="en-US" altLang="ja-JP" sz="4000" b="1" dirty="0" err="1">
                <a:solidFill>
                  <a:srgbClr val="0000FF"/>
                </a:solidFill>
                <a:latin typeface="+mn-ea"/>
                <a:ea typeface="+mn-ea"/>
              </a:rPr>
              <a:t>pd.crosstab</a:t>
            </a:r>
            <a:r>
              <a:rPr lang="en-US" altLang="ja-JP" sz="4000" b="1" dirty="0">
                <a:solidFill>
                  <a:srgbClr val="0000FF"/>
                </a:solidFill>
                <a:latin typeface="+mn-ea"/>
                <a:ea typeface="+mn-ea"/>
              </a:rPr>
              <a:t>(</a:t>
            </a:r>
            <a:r>
              <a:rPr lang="en-US" altLang="ja-JP" sz="4000" dirty="0" err="1">
                <a:latin typeface="+mn-ea"/>
                <a:ea typeface="+mn-ea"/>
              </a:rPr>
              <a:t>df_pred</a:t>
            </a:r>
            <a:r>
              <a:rPr lang="en-US" altLang="ja-JP" sz="4000" dirty="0">
                <a:latin typeface="+mn-ea"/>
                <a:ea typeface="+mn-ea"/>
              </a:rPr>
              <a:t>['</a:t>
            </a:r>
            <a:r>
              <a:rPr lang="en-US" altLang="ja-JP" sz="4000" dirty="0" err="1">
                <a:latin typeface="+mn-ea"/>
                <a:ea typeface="+mn-ea"/>
              </a:rPr>
              <a:t>pred</a:t>
            </a:r>
            <a:r>
              <a:rPr lang="en-US" altLang="ja-JP" sz="4000" dirty="0">
                <a:latin typeface="+mn-ea"/>
                <a:ea typeface="+mn-ea"/>
              </a:rPr>
              <a:t>'], </a:t>
            </a:r>
            <a:r>
              <a:rPr lang="en-US" altLang="ja-JP" sz="4000" dirty="0" err="1">
                <a:latin typeface="+mn-ea"/>
                <a:ea typeface="+mn-ea"/>
              </a:rPr>
              <a:t>df_pred</a:t>
            </a:r>
            <a:r>
              <a:rPr lang="en-US" altLang="ja-JP" sz="4000" dirty="0">
                <a:latin typeface="+mn-ea"/>
                <a:ea typeface="+mn-ea"/>
              </a:rPr>
              <a:t>['true']</a:t>
            </a:r>
            <a:r>
              <a:rPr lang="en-US" altLang="ja-JP" sz="4000" b="1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</a:p>
          <a:p>
            <a:r>
              <a:rPr lang="en-US" altLang="ja-JP" sz="4000" dirty="0">
                <a:latin typeface="+mn-ea"/>
                <a:ea typeface="+mn-ea"/>
              </a:rPr>
              <a:t>display(</a:t>
            </a:r>
            <a:r>
              <a:rPr lang="en-US" altLang="ja-JP" sz="4000" dirty="0" err="1">
                <a:latin typeface="+mn-ea"/>
                <a:ea typeface="+mn-ea"/>
              </a:rPr>
              <a:t>ctab</a:t>
            </a:r>
            <a:r>
              <a:rPr lang="en-US" altLang="ja-JP" sz="4000" dirty="0">
                <a:latin typeface="+mn-ea"/>
                <a:ea typeface="+mn-ea"/>
              </a:rPr>
              <a:t>)</a:t>
            </a:r>
            <a:endParaRPr lang="ja-JP" altLang="en-US" sz="4000" dirty="0">
              <a:latin typeface="+mn-ea"/>
              <a:ea typeface="+mn-ea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547CABD-7890-49EA-A6A7-D34EA12332AD}"/>
              </a:ext>
            </a:extLst>
          </p:cNvPr>
          <p:cNvSpPr txBox="1"/>
          <p:nvPr/>
        </p:nvSpPr>
        <p:spPr>
          <a:xfrm>
            <a:off x="4381174" y="2068441"/>
            <a:ext cx="4018181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solidFill>
                  <a:srgbClr val="0000FF"/>
                </a:solidFill>
                <a:latin typeface="+mn-ea"/>
                <a:ea typeface="+mn-ea"/>
              </a:rPr>
              <a:t>クロス集計表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B56BE97-7307-4388-8583-A1A815961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18" y="3053721"/>
            <a:ext cx="6905433" cy="350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871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DE75722-8350-4E55-99FE-924E3CC882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dirty="0"/>
              <a:t>Copyright © by INIAD</a:t>
            </a:r>
            <a:endParaRPr lang="en-US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A236F8-EC1D-4053-8032-27EEFB132D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62AD30C-4FD0-4E41-9633-AA73C86D07D0}" type="slidenum">
              <a:rPr lang="ja-JP" altLang="en-US" smtClean="0"/>
              <a:pPr>
                <a:defRPr/>
              </a:pPr>
              <a:t>8</a:t>
            </a:fld>
            <a:endParaRPr lang="en-US" altLang="ja-JP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723E95A-7775-4744-94D3-3F59F5D6C5E1}"/>
              </a:ext>
            </a:extLst>
          </p:cNvPr>
          <p:cNvSpPr/>
          <p:nvPr/>
        </p:nvSpPr>
        <p:spPr>
          <a:xfrm>
            <a:off x="534645" y="1043417"/>
            <a:ext cx="10908158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3600" dirty="0" err="1">
                <a:latin typeface="+mn-ea"/>
                <a:ea typeface="+mn-ea"/>
              </a:rPr>
              <a:t>test_score</a:t>
            </a:r>
            <a:r>
              <a:rPr lang="en-US" altLang="ja-JP" sz="3600" dirty="0">
                <a:latin typeface="+mn-ea"/>
                <a:ea typeface="+mn-ea"/>
              </a:rPr>
              <a:t> = </a:t>
            </a:r>
            <a:r>
              <a:rPr lang="en-US" altLang="ja-JP" sz="3600" dirty="0" err="1">
                <a:latin typeface="+mn-ea"/>
                <a:ea typeface="+mn-ea"/>
              </a:rPr>
              <a:t>model.score</a:t>
            </a:r>
            <a:r>
              <a:rPr lang="en-US" altLang="ja-JP" sz="3600" dirty="0">
                <a:latin typeface="+mn-ea"/>
                <a:ea typeface="+mn-ea"/>
              </a:rPr>
              <a:t>(</a:t>
            </a:r>
            <a:r>
              <a:rPr lang="en-US" altLang="ja-JP" sz="3600" dirty="0" err="1">
                <a:latin typeface="+mn-ea"/>
                <a:ea typeface="+mn-ea"/>
              </a:rPr>
              <a:t>X_test_bow</a:t>
            </a:r>
            <a:r>
              <a:rPr lang="en-US" altLang="ja-JP" sz="3600" dirty="0">
                <a:latin typeface="+mn-ea"/>
                <a:ea typeface="+mn-ea"/>
              </a:rPr>
              <a:t>, </a:t>
            </a:r>
            <a:r>
              <a:rPr lang="en-US" altLang="ja-JP" sz="3600" dirty="0" err="1">
                <a:latin typeface="+mn-ea"/>
                <a:ea typeface="+mn-ea"/>
              </a:rPr>
              <a:t>y_test</a:t>
            </a:r>
            <a:r>
              <a:rPr lang="en-US" altLang="ja-JP" sz="3600" dirty="0">
                <a:latin typeface="+mn-ea"/>
                <a:ea typeface="+mn-ea"/>
              </a:rPr>
              <a:t>)</a:t>
            </a:r>
          </a:p>
          <a:p>
            <a:r>
              <a:rPr lang="en-US" altLang="ja-JP" sz="3600" dirty="0">
                <a:latin typeface="+mn-ea"/>
                <a:ea typeface="+mn-ea"/>
              </a:rPr>
              <a:t>print('Test accuracy:', </a:t>
            </a:r>
            <a:r>
              <a:rPr lang="en-US" altLang="ja-JP" sz="3600" dirty="0" err="1">
                <a:latin typeface="+mn-ea"/>
                <a:ea typeface="+mn-ea"/>
              </a:rPr>
              <a:t>test_score</a:t>
            </a:r>
            <a:r>
              <a:rPr lang="en-US" altLang="ja-JP" sz="3600" dirty="0">
                <a:latin typeface="+mn-ea"/>
                <a:ea typeface="+mn-ea"/>
              </a:rPr>
              <a:t>)</a:t>
            </a:r>
            <a:endParaRPr lang="ja-JP" altLang="en-US" sz="3600" dirty="0">
              <a:latin typeface="+mn-ea"/>
              <a:ea typeface="+mn-ea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6E56550-22AB-4AAD-A900-BE10DBBB4EF3}"/>
              </a:ext>
            </a:extLst>
          </p:cNvPr>
          <p:cNvSpPr txBox="1"/>
          <p:nvPr/>
        </p:nvSpPr>
        <p:spPr>
          <a:xfrm>
            <a:off x="8562263" y="3545160"/>
            <a:ext cx="7366119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4000" dirty="0">
                <a:solidFill>
                  <a:srgbClr val="0000FF"/>
                </a:solidFill>
                <a:latin typeface="+mn-ea"/>
                <a:ea typeface="+mn-ea"/>
              </a:rPr>
              <a:t>テスト</a:t>
            </a:r>
            <a:r>
              <a:rPr kumimoji="1" lang="ja-JP" altLang="en-US" sz="4000" dirty="0">
                <a:solidFill>
                  <a:srgbClr val="0000FF"/>
                </a:solidFill>
                <a:latin typeface="+mn-ea"/>
                <a:ea typeface="+mn-ea"/>
              </a:rPr>
              <a:t>データに対する予測精度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C20FCB0-CB7C-4CA0-8655-2CBFF257523F}"/>
              </a:ext>
            </a:extLst>
          </p:cNvPr>
          <p:cNvSpPr/>
          <p:nvPr/>
        </p:nvSpPr>
        <p:spPr>
          <a:xfrm>
            <a:off x="1081954" y="3461339"/>
            <a:ext cx="450114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4400" b="1" dirty="0">
                <a:latin typeface="+mn-ea"/>
                <a:ea typeface="+mn-ea"/>
              </a:rPr>
              <a:t>Ans3. 86.7%</a:t>
            </a:r>
            <a:endParaRPr lang="ja-JP" altLang="en-US" sz="4400" b="1" dirty="0">
              <a:latin typeface="+mn-ea"/>
              <a:ea typeface="+mn-ea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8654BB7-14A0-4BAA-A7D7-76E78930D405}"/>
              </a:ext>
            </a:extLst>
          </p:cNvPr>
          <p:cNvSpPr/>
          <p:nvPr/>
        </p:nvSpPr>
        <p:spPr>
          <a:xfrm>
            <a:off x="784274" y="2511382"/>
            <a:ext cx="86198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600" dirty="0">
                <a:latin typeface="+mn-ea"/>
                <a:ea typeface="+mn-ea"/>
              </a:rPr>
              <a:t>Test accuracy: 0.8666666666666667</a:t>
            </a:r>
            <a:endParaRPr lang="ja-JP" altLang="en-US" sz="3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76039866"/>
      </p:ext>
    </p:extLst>
  </p:cSld>
  <p:clrMapOvr>
    <a:masterClrMapping/>
  </p:clrMapOvr>
</p:sld>
</file>

<file path=ppt/theme/theme1.xml><?xml version="1.0" encoding="utf-8"?>
<a:theme xmlns:a="http://schemas.openxmlformats.org/drawingml/2006/main" name="7_元OHP">
  <a:themeElements>
    <a:clrScheme name="白バック">
      <a:dk1>
        <a:srgbClr val="000000"/>
      </a:dk1>
      <a:lt1>
        <a:srgbClr val="FFFFFF"/>
      </a:lt1>
      <a:dk2>
        <a:srgbClr val="3E3E3E"/>
      </a:dk2>
      <a:lt2>
        <a:srgbClr val="FFFFCC"/>
      </a:lt2>
      <a:accent1>
        <a:srgbClr val="009900"/>
      </a:accent1>
      <a:accent2>
        <a:srgbClr val="99CC00"/>
      </a:accent2>
      <a:accent3>
        <a:srgbClr val="CC0000"/>
      </a:accent3>
      <a:accent4>
        <a:srgbClr val="0033CC"/>
      </a:accent4>
      <a:accent5>
        <a:srgbClr val="FF9900"/>
      </a:accent5>
      <a:accent6>
        <a:srgbClr val="8B8B8B"/>
      </a:accent6>
      <a:hlink>
        <a:srgbClr val="3366FF"/>
      </a:hlink>
      <a:folHlink>
        <a:srgbClr val="7030A0"/>
      </a:folHlink>
    </a:clrScheme>
    <a:fontScheme name="メイリオ">
      <a:majorFont>
        <a:latin typeface="Century Gothic"/>
        <a:ea typeface="メイリオ"/>
        <a:cs typeface=""/>
      </a:majorFont>
      <a:minorFont>
        <a:latin typeface="Century Gothic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33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ＤＦＧ平成ゴシック体W7" pitchFamily="50" charset="-128"/>
            <a:ea typeface="ＤＦＧ平成ゴシック体W7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33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ＤＦＧ平成ゴシック体W7" pitchFamily="50" charset="-128"/>
            <a:ea typeface="ＤＦＧ平成ゴシック体W7" pitchFamily="50" charset="-128"/>
          </a:defRPr>
        </a:defPPr>
      </a:lstStyle>
    </a:lnDef>
  </a:objectDefaults>
  <a:extraClrSchemeLst>
    <a:extraClrScheme>
      <a:clrScheme name="4_元OHP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元OHP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元OHP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80758</TotalTime>
  <Words>839</Words>
  <Application>Microsoft Office PowerPoint</Application>
  <PresentationFormat>ユーザー設定</PresentationFormat>
  <Paragraphs>92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8" baseType="lpstr">
      <vt:lpstr>ＤＦＧ華康ゴシック体W2</vt:lpstr>
      <vt:lpstr>ＤＦＧ平成ゴシック体W5</vt:lpstr>
      <vt:lpstr>ＤＦＧ平成ゴシック体W7</vt:lpstr>
      <vt:lpstr>メイリオ</vt:lpstr>
      <vt:lpstr>Arial</vt:lpstr>
      <vt:lpstr>Arial Black</vt:lpstr>
      <vt:lpstr>Century Gothic</vt:lpstr>
      <vt:lpstr>Times</vt:lpstr>
      <vt:lpstr>Wingdings</vt:lpstr>
      <vt:lpstr>7_元OHP</vt:lpstr>
      <vt:lpstr>練習問題1</vt:lpstr>
      <vt:lpstr>練習問題1の正解例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</dc:title>
  <dc:creator>Jun</dc:creator>
  <cp:lastModifiedBy>本多泰理</cp:lastModifiedBy>
  <cp:revision>5988</cp:revision>
  <cp:lastPrinted>2018-03-22T04:31:11Z</cp:lastPrinted>
  <dcterms:created xsi:type="dcterms:W3CDTF">2005-02-14T05:16:26Z</dcterms:created>
  <dcterms:modified xsi:type="dcterms:W3CDTF">2024-10-19T01:05:10Z</dcterms:modified>
</cp:coreProperties>
</file>